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Newsreader"/>
      <p:regular r:id="rId22"/>
      <p:bold r:id="rId23"/>
      <p:italic r:id="rId24"/>
      <p:boldItalic r:id="rId25"/>
    </p:embeddedFont>
    <p:embeddedFont>
      <p:font typeface="DM Sans Light"/>
      <p:regular r:id="rId26"/>
      <p:bold r:id="rId27"/>
      <p:italic r:id="rId28"/>
      <p:boldItalic r:id="rId29"/>
    </p:embeddedFont>
    <p:embeddedFont>
      <p:font typeface="DM Sans SemiBold"/>
      <p:regular r:id="rId30"/>
      <p:bold r:id="rId31"/>
      <p:italic r:id="rId32"/>
      <p:boldItalic r:id="rId33"/>
    </p:embeddedFont>
    <p:embeddedFont>
      <p:font typeface="DM Sans"/>
      <p:regular r:id="rId34"/>
      <p:bold r:id="rId35"/>
      <p:italic r:id="rId36"/>
      <p:boldItalic r:id="rId37"/>
    </p:embeddedFont>
    <p:embeddedFont>
      <p:font typeface="Newsreader SemiBold"/>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ewsreaderSemiBold-italic.fntdata"/><Relationship Id="rId41" Type="http://schemas.openxmlformats.org/officeDocument/2006/relationships/font" Target="fonts/Newsreader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MSansSemiBold-bold.fntdata"/><Relationship Id="rId30" Type="http://schemas.openxmlformats.org/officeDocument/2006/relationships/font" Target="fonts/DMSansSemiBold-regular.fntdata"/><Relationship Id="rId33" Type="http://schemas.openxmlformats.org/officeDocument/2006/relationships/font" Target="fonts/DMSansSemiBold-boldItalic.fntdata"/><Relationship Id="rId32" Type="http://schemas.openxmlformats.org/officeDocument/2006/relationships/font" Target="fonts/DMSansSemiBold-italic.fntdata"/><Relationship Id="rId35" Type="http://schemas.openxmlformats.org/officeDocument/2006/relationships/font" Target="fonts/DMSans-bold.fntdata"/><Relationship Id="rId34" Type="http://schemas.openxmlformats.org/officeDocument/2006/relationships/font" Target="fonts/DMSans-regular.fntdata"/><Relationship Id="rId37" Type="http://schemas.openxmlformats.org/officeDocument/2006/relationships/font" Target="fonts/DMSans-boldItalic.fntdata"/><Relationship Id="rId36" Type="http://schemas.openxmlformats.org/officeDocument/2006/relationships/font" Target="fonts/DMSans-italic.fntdata"/><Relationship Id="rId39" Type="http://schemas.openxmlformats.org/officeDocument/2006/relationships/font" Target="fonts/NewsreaderSemiBold-bold.fntdata"/><Relationship Id="rId38" Type="http://schemas.openxmlformats.org/officeDocument/2006/relationships/font" Target="fonts/NewsreaderSemiBold-regular.fntdata"/><Relationship Id="rId20" Type="http://schemas.openxmlformats.org/officeDocument/2006/relationships/slide" Target="slides/slide15.xml"/><Relationship Id="rId22" Type="http://schemas.openxmlformats.org/officeDocument/2006/relationships/font" Target="fonts/Newsreader-regular.fntdata"/><Relationship Id="rId21" Type="http://schemas.openxmlformats.org/officeDocument/2006/relationships/slide" Target="slides/slide16.xml"/><Relationship Id="rId24" Type="http://schemas.openxmlformats.org/officeDocument/2006/relationships/font" Target="fonts/Newsreader-italic.fntdata"/><Relationship Id="rId23" Type="http://schemas.openxmlformats.org/officeDocument/2006/relationships/font" Target="fonts/Newsreader-bold.fntdata"/><Relationship Id="rId26" Type="http://schemas.openxmlformats.org/officeDocument/2006/relationships/font" Target="fonts/DMSansLight-regular.fntdata"/><Relationship Id="rId25" Type="http://schemas.openxmlformats.org/officeDocument/2006/relationships/font" Target="fonts/Newsreader-boldItalic.fntdata"/><Relationship Id="rId28" Type="http://schemas.openxmlformats.org/officeDocument/2006/relationships/font" Target="fonts/DMSansLight-italic.fntdata"/><Relationship Id="rId27" Type="http://schemas.openxmlformats.org/officeDocument/2006/relationships/font" Target="fonts/DMSansLight-bold.fntdata"/><Relationship Id="rId29" Type="http://schemas.openxmlformats.org/officeDocument/2006/relationships/font" Target="fonts/DMSansLigh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e02f881b6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e02f881b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e02f881b63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e02f881b63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e02f881b63_0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e02f881b63_0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e02f881b63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e02f881b63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e02f881b63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e02f881b63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e02f881b63_0_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e02f881b63_0_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e02f881b63_0_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e02f881b63_0_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the model that “reads” through a large amount of information on the internet and instead of memorizing this information, LLM will learn the patterns of words and treat words like coordinates on a map, where words with similar meanings are grouped close together.</a:t>
            </a:r>
            <a:endParaRPr sz="1500">
              <a:solidFill>
                <a:schemeClr val="dk1"/>
              </a:solidFill>
              <a:latin typeface="DM Sans"/>
              <a:ea typeface="DM Sans"/>
              <a:cs typeface="DM Sans"/>
              <a:sym typeface="DM Sans"/>
            </a:endParaRPr>
          </a:p>
          <a:p>
            <a:pPr indent="-323850" lvl="0" marL="457200" rtl="0" algn="l">
              <a:lnSpc>
                <a:spcPct val="115000"/>
              </a:lnSpc>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the model that “reads” through a large amount of information on the internet and instead of memorizing this information, LLM will learn the patterns of words and treat words like coordinates on a map, where words with similar meanings are grouped close together.</a:t>
            </a:r>
            <a:endParaRPr sz="1500">
              <a:solidFill>
                <a:schemeClr val="dk1"/>
              </a:solidFill>
              <a:latin typeface="DM Sans"/>
              <a:ea typeface="DM Sans"/>
              <a:cs typeface="DM Sans"/>
              <a:sym typeface="DM Sans"/>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e02f881b63_0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e02f881b63_0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Plain English: Model will write the script to script supervisors and it will give advice back on how well is the script and how many mistakes does the model make (minimizing the loss)</a:t>
            </a:r>
            <a:endParaRPr sz="1500">
              <a:solidFill>
                <a:schemeClr val="dk1"/>
              </a:solidFill>
              <a:latin typeface="DM Sans"/>
              <a:ea typeface="DM Sans"/>
              <a:cs typeface="DM Sans"/>
              <a:sym typeface="DM Sans"/>
            </a:endParaRPr>
          </a:p>
          <a:p>
            <a:pPr indent="-323850" lvl="0" marL="457200" rtl="0" algn="l">
              <a:lnSpc>
                <a:spcPct val="115000"/>
              </a:lnSpc>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Plain English: Model will write the script to script supervisors and it will give advice back on how well is the script and how many mistakes does the model make (minimizing the loss)</a:t>
            </a:r>
            <a:endParaRPr sz="1500">
              <a:solidFill>
                <a:schemeClr val="dk1"/>
              </a:solidFill>
              <a:latin typeface="DM Sans"/>
              <a:ea typeface="DM Sans"/>
              <a:cs typeface="DM Sans"/>
              <a:sym typeface="DM Sans"/>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e02f881b63_0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e02f881b63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d8c28fcd6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d8c28fcd6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e02f881b63_0_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e02f881b63_0_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We used Dreambooth as it only requires taking a small set of images (8–10) in a specific style—in our case, pencil-sketched storyboards—and we can train the model to replicate that look.</a:t>
            </a:r>
            <a:endParaRPr sz="15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500">
              <a:solidFill>
                <a:schemeClr val="dk1"/>
              </a:solidFill>
              <a:latin typeface="DM Sans"/>
              <a:ea typeface="DM Sans"/>
              <a:cs typeface="DM Sans"/>
              <a:sym typeface="DM Sans"/>
            </a:endParaRPr>
          </a:p>
          <a:p>
            <a:pPr indent="-323850" lvl="0" marL="457200" rtl="0" algn="l">
              <a:lnSpc>
                <a:spcPct val="115000"/>
              </a:lnSpc>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The way we fine-tune diffusion model is slightly different from the normal model -&gt; The model add noises by itself to the images and compare the </a:t>
            </a:r>
            <a:r>
              <a:rPr i="1" lang="en" sz="1500">
                <a:solidFill>
                  <a:schemeClr val="dk1"/>
                </a:solidFill>
                <a:latin typeface="DM Sans"/>
                <a:ea typeface="DM Sans"/>
                <a:cs typeface="DM Sans"/>
                <a:sym typeface="DM Sans"/>
              </a:rPr>
              <a:t>actual noises</a:t>
            </a:r>
            <a:r>
              <a:rPr lang="en" sz="1500">
                <a:solidFill>
                  <a:schemeClr val="dk1"/>
                </a:solidFill>
                <a:latin typeface="DM Sans"/>
                <a:ea typeface="DM Sans"/>
                <a:cs typeface="DM Sans"/>
                <a:sym typeface="DM Sans"/>
              </a:rPr>
              <a:t> versus </a:t>
            </a:r>
            <a:r>
              <a:rPr i="1" lang="en" sz="1500">
                <a:solidFill>
                  <a:schemeClr val="dk1"/>
                </a:solidFill>
                <a:latin typeface="DM Sans"/>
                <a:ea typeface="DM Sans"/>
                <a:cs typeface="DM Sans"/>
                <a:sym typeface="DM Sans"/>
              </a:rPr>
              <a:t>predicted noises(MSE)</a:t>
            </a:r>
            <a:r>
              <a:rPr lang="en" sz="1500">
                <a:solidFill>
                  <a:schemeClr val="dk1"/>
                </a:solidFill>
                <a:latin typeface="DM Sans"/>
                <a:ea typeface="DM Sans"/>
                <a:cs typeface="DM Sans"/>
                <a:sym typeface="DM Sans"/>
              </a:rPr>
              <a:t>.</a:t>
            </a:r>
            <a:endParaRPr sz="1500">
              <a:solidFill>
                <a:schemeClr val="dk1"/>
              </a:solidFill>
              <a:latin typeface="DM Sans"/>
              <a:ea typeface="DM Sans"/>
              <a:cs typeface="DM Sans"/>
              <a:sym typeface="DM Sans"/>
            </a:endParaRPr>
          </a:p>
          <a:p>
            <a:pPr indent="-323850" lvl="0" marL="457200" rtl="0" algn="l">
              <a:lnSpc>
                <a:spcPct val="115000"/>
              </a:lnSpc>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Plain English: the model purposely messed up the images and it will then guess how to "clean" that static to get back the original images. The model will learn during this process and know what kind of images we want</a:t>
            </a:r>
            <a:endParaRPr sz="15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500">
              <a:solidFill>
                <a:schemeClr val="dk1"/>
              </a:solidFill>
              <a:latin typeface="DM Sans"/>
              <a:ea typeface="DM Sans"/>
              <a:cs typeface="DM Sans"/>
              <a:sym typeface="DM Sans"/>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d8c28fcd6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d8c28fcd6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e02f881b63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e02f881b63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e02f881b63_0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e02f881b63_0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e02f881b63_0_6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3e02f881b63_0_6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d988596ec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d988596ec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9" name="Shape 9"/>
        <p:cNvGrpSpPr/>
        <p:nvPr/>
      </p:nvGrpSpPr>
      <p:grpSpPr>
        <a:xfrm>
          <a:off x="0" y="0"/>
          <a:ext cx="0" cy="0"/>
          <a:chOff x="0" y="0"/>
          <a:chExt cx="0" cy="0"/>
        </a:xfrm>
      </p:grpSpPr>
      <p:sp>
        <p:nvSpPr>
          <p:cNvPr id="10" name="Google Shape;10;p2"/>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11" name="Google Shape;11;p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13" name="Shape 13"/>
        <p:cNvGrpSpPr/>
        <p:nvPr/>
      </p:nvGrpSpPr>
      <p:grpSpPr>
        <a:xfrm>
          <a:off x="0" y="0"/>
          <a:ext cx="0" cy="0"/>
          <a:chOff x="0" y="0"/>
          <a:chExt cx="0" cy="0"/>
        </a:xfrm>
      </p:grpSpPr>
      <p:sp>
        <p:nvSpPr>
          <p:cNvPr id="14" name="Google Shape;14;p3"/>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15" name="Google Shape;15;p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17" name="Google Shape;17;p3"/>
          <p:cNvSpPr txBox="1"/>
          <p:nvPr>
            <p:ph idx="2" type="subTitle"/>
          </p:nvPr>
        </p:nvSpPr>
        <p:spPr>
          <a:xfrm>
            <a:off x="362125"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3" type="subTitle"/>
          </p:nvPr>
        </p:nvSpPr>
        <p:spPr>
          <a:xfrm>
            <a:off x="3154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4" type="subTitle"/>
          </p:nvPr>
        </p:nvSpPr>
        <p:spPr>
          <a:xfrm>
            <a:off x="6216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5" type="subTitle"/>
          </p:nvPr>
        </p:nvSpPr>
        <p:spPr>
          <a:xfrm>
            <a:off x="362125" y="2206700"/>
            <a:ext cx="2575800" cy="12483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21" name="Shape 21"/>
        <p:cNvGrpSpPr/>
        <p:nvPr/>
      </p:nvGrpSpPr>
      <p:grpSpPr>
        <a:xfrm>
          <a:off x="0" y="0"/>
          <a:ext cx="0" cy="0"/>
          <a:chOff x="0" y="0"/>
          <a:chExt cx="0" cy="0"/>
        </a:xfrm>
      </p:grpSpPr>
      <p:sp>
        <p:nvSpPr>
          <p:cNvPr id="22" name="Google Shape;22;p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4"/>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4" name="Google Shape;24;p4"/>
          <p:cNvSpPr txBox="1"/>
          <p:nvPr>
            <p:ph idx="1"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26" name="Shape 26"/>
        <p:cNvGrpSpPr/>
        <p:nvPr/>
      </p:nvGrpSpPr>
      <p:grpSpPr>
        <a:xfrm>
          <a:off x="0" y="0"/>
          <a:ext cx="0" cy="0"/>
          <a:chOff x="0" y="0"/>
          <a:chExt cx="0" cy="0"/>
        </a:xfrm>
      </p:grpSpPr>
      <p:sp>
        <p:nvSpPr>
          <p:cNvPr id="27" name="Google Shape;27;p5"/>
          <p:cNvSpPr txBox="1"/>
          <p:nvPr>
            <p:ph idx="1" type="subTitle"/>
          </p:nvPr>
        </p:nvSpPr>
        <p:spPr>
          <a:xfrm>
            <a:off x="3619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8" name="Google Shape;28;p5"/>
          <p:cNvSpPr txBox="1"/>
          <p:nvPr>
            <p:ph type="title"/>
          </p:nvPr>
        </p:nvSpPr>
        <p:spPr>
          <a:xfrm>
            <a:off x="361975" y="962100"/>
            <a:ext cx="4163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9" name="Google Shape;29;p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5"/>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1" name="Google Shape;31;p5"/>
          <p:cNvSpPr txBox="1"/>
          <p:nvPr>
            <p:ph idx="3" type="subTitle"/>
          </p:nvPr>
        </p:nvSpPr>
        <p:spPr>
          <a:xfrm>
            <a:off x="49096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2" name="Google Shape;32;p5"/>
          <p:cNvSpPr txBox="1"/>
          <p:nvPr>
            <p:ph idx="4" type="subTitle"/>
          </p:nvPr>
        </p:nvSpPr>
        <p:spPr>
          <a:xfrm>
            <a:off x="3619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3" name="Google Shape;33;p5"/>
          <p:cNvSpPr txBox="1"/>
          <p:nvPr>
            <p:ph idx="5" type="subTitle"/>
          </p:nvPr>
        </p:nvSpPr>
        <p:spPr>
          <a:xfrm>
            <a:off x="49096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4" name="Google Shape;34;p5"/>
          <p:cNvSpPr txBox="1"/>
          <p:nvPr>
            <p:ph idx="6" type="subTitle"/>
          </p:nvPr>
        </p:nvSpPr>
        <p:spPr>
          <a:xfrm>
            <a:off x="3619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5" name="Google Shape;35;p5"/>
          <p:cNvSpPr txBox="1"/>
          <p:nvPr>
            <p:ph idx="7" type="subTitle"/>
          </p:nvPr>
        </p:nvSpPr>
        <p:spPr>
          <a:xfrm>
            <a:off x="49096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36" name="Shape 36"/>
        <p:cNvGrpSpPr/>
        <p:nvPr/>
      </p:nvGrpSpPr>
      <p:grpSpPr>
        <a:xfrm>
          <a:off x="0" y="0"/>
          <a:ext cx="0" cy="0"/>
          <a:chOff x="0" y="0"/>
          <a:chExt cx="0" cy="0"/>
        </a:xfrm>
      </p:grpSpPr>
      <p:sp>
        <p:nvSpPr>
          <p:cNvPr id="37" name="Google Shape;37;p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38" name="Google Shape;38;p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40" name="Google Shape;40;p6"/>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41" name="Google Shape;41;p6"/>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42" name="Google Shape;42;p6"/>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43" name="Google Shape;43;p6"/>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44" name="Google Shape;44;p6"/>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45" name="Google Shape;45;p6"/>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46" name="Google Shape;46;p6"/>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47" name="Shape 47"/>
        <p:cNvGrpSpPr/>
        <p:nvPr/>
      </p:nvGrpSpPr>
      <p:grpSpPr>
        <a:xfrm>
          <a:off x="0" y="0"/>
          <a:ext cx="0" cy="0"/>
          <a:chOff x="0" y="0"/>
          <a:chExt cx="0" cy="0"/>
        </a:xfrm>
      </p:grpSpPr>
      <p:sp>
        <p:nvSpPr>
          <p:cNvPr id="48" name="Google Shape;48;p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7"/>
          <p:cNvSpPr txBox="1"/>
          <p:nvPr>
            <p:ph idx="2" type="body"/>
          </p:nvPr>
        </p:nvSpPr>
        <p:spPr>
          <a:xfrm>
            <a:off x="4845475" y="99868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50" name="Google Shape;50;p7"/>
          <p:cNvSpPr txBox="1"/>
          <p:nvPr>
            <p:ph idx="3" type="subTitle"/>
          </p:nvPr>
        </p:nvSpPr>
        <p:spPr>
          <a:xfrm>
            <a:off x="4845475" y="666041"/>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51" name="Google Shape;51;p7"/>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52" name="Google Shape;52;p7"/>
          <p:cNvSpPr txBox="1"/>
          <p:nvPr>
            <p:ph idx="4"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7"/>
          <p:cNvSpPr txBox="1"/>
          <p:nvPr>
            <p:ph idx="5" type="body"/>
          </p:nvPr>
        </p:nvSpPr>
        <p:spPr>
          <a:xfrm>
            <a:off x="4845475" y="392743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54" name="Google Shape;54;p7"/>
          <p:cNvSpPr txBox="1"/>
          <p:nvPr>
            <p:ph idx="6" type="subTitle"/>
          </p:nvPr>
        </p:nvSpPr>
        <p:spPr>
          <a:xfrm>
            <a:off x="4845475" y="3594791"/>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55" name="Google Shape;55;p7"/>
          <p:cNvSpPr txBox="1"/>
          <p:nvPr>
            <p:ph idx="7" type="body"/>
          </p:nvPr>
        </p:nvSpPr>
        <p:spPr>
          <a:xfrm>
            <a:off x="4845475" y="2431037"/>
            <a:ext cx="3382500" cy="5877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56" name="Google Shape;56;p7"/>
          <p:cNvSpPr txBox="1"/>
          <p:nvPr>
            <p:ph idx="8" type="subTitle"/>
          </p:nvPr>
        </p:nvSpPr>
        <p:spPr>
          <a:xfrm>
            <a:off x="4845475" y="2098390"/>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57" name="Google Shape;57;p7"/>
          <p:cNvSpPr txBox="1"/>
          <p:nvPr>
            <p:ph idx="9" type="body"/>
          </p:nvPr>
        </p:nvSpPr>
        <p:spPr>
          <a:xfrm>
            <a:off x="356100" y="3243900"/>
            <a:ext cx="2798700" cy="1334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58" name="Shape 58"/>
        <p:cNvGrpSpPr/>
        <p:nvPr/>
      </p:nvGrpSpPr>
      <p:grpSpPr>
        <a:xfrm>
          <a:off x="0" y="0"/>
          <a:ext cx="0" cy="0"/>
          <a:chOff x="0" y="0"/>
          <a:chExt cx="0" cy="0"/>
        </a:xfrm>
      </p:grpSpPr>
      <p:sp>
        <p:nvSpPr>
          <p:cNvPr id="59" name="Google Shape;59;p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1" name="Google Shape;61;p8"/>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62" name="Google Shape;62;p8"/>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3" name="Google Shape;63;p8"/>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64" name="Google Shape;64;p8"/>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65" name="Google Shape;65;p8"/>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66" name="Google Shape;66;p8"/>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7" name="Google Shape;67;p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68" name="Google Shape;68;p8"/>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69" name="Shape 69"/>
        <p:cNvGrpSpPr/>
        <p:nvPr/>
      </p:nvGrpSpPr>
      <p:grpSpPr>
        <a:xfrm>
          <a:off x="0" y="0"/>
          <a:ext cx="0" cy="0"/>
          <a:chOff x="0" y="0"/>
          <a:chExt cx="0" cy="0"/>
        </a:xfrm>
      </p:grpSpPr>
      <p:sp>
        <p:nvSpPr>
          <p:cNvPr id="70" name="Google Shape;70;p9"/>
          <p:cNvSpPr txBox="1"/>
          <p:nvPr>
            <p:ph idx="1" type="body"/>
          </p:nvPr>
        </p:nvSpPr>
        <p:spPr>
          <a:xfrm>
            <a:off x="2610420"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71" name="Google Shape;71;p9"/>
          <p:cNvSpPr txBox="1"/>
          <p:nvPr>
            <p:ph idx="2" type="subTitle"/>
          </p:nvPr>
        </p:nvSpPr>
        <p:spPr>
          <a:xfrm>
            <a:off x="2610418"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72" name="Google Shape;72;p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9"/>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4" name="Google Shape;74;p9"/>
          <p:cNvSpPr txBox="1"/>
          <p:nvPr>
            <p:ph idx="4" type="body"/>
          </p:nvPr>
        </p:nvSpPr>
        <p:spPr>
          <a:xfrm>
            <a:off x="4889772" y="2943375"/>
            <a:ext cx="1645800" cy="16080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75" name="Google Shape;75;p9"/>
          <p:cNvSpPr txBox="1"/>
          <p:nvPr>
            <p:ph idx="5" type="subTitle"/>
          </p:nvPr>
        </p:nvSpPr>
        <p:spPr>
          <a:xfrm>
            <a:off x="4889774"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76" name="Google Shape;76;p9"/>
          <p:cNvSpPr txBox="1"/>
          <p:nvPr>
            <p:ph idx="6" type="body"/>
          </p:nvPr>
        </p:nvSpPr>
        <p:spPr>
          <a:xfrm>
            <a:off x="713087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77" name="Google Shape;77;p9"/>
          <p:cNvSpPr txBox="1"/>
          <p:nvPr>
            <p:ph idx="7" type="subTitle"/>
          </p:nvPr>
        </p:nvSpPr>
        <p:spPr>
          <a:xfrm>
            <a:off x="7130874"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78" name="Google Shape;78;p9"/>
          <p:cNvSpPr txBox="1"/>
          <p:nvPr>
            <p:ph idx="8" type="body"/>
          </p:nvPr>
        </p:nvSpPr>
        <p:spPr>
          <a:xfrm>
            <a:off x="36052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79" name="Google Shape;79;p9"/>
          <p:cNvSpPr txBox="1"/>
          <p:nvPr>
            <p:ph idx="9" type="subTitle"/>
          </p:nvPr>
        </p:nvSpPr>
        <p:spPr>
          <a:xfrm>
            <a:off x="360533"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80" name="Google Shape;80;p9"/>
          <p:cNvSpPr txBox="1"/>
          <p:nvPr>
            <p:ph idx="1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81" name="Google Shape;81;p9"/>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solidFill>
                  <a:schemeClr val="dk1"/>
                </a:solidFill>
              </a:defRPr>
            </a:lvl1pPr>
            <a:lvl2pPr lvl="1" algn="ctr">
              <a:spcBef>
                <a:spcPts val="0"/>
              </a:spcBef>
              <a:spcAft>
                <a:spcPts val="0"/>
              </a:spcAft>
              <a:buNone/>
              <a:defRPr sz="2200">
                <a:solidFill>
                  <a:schemeClr val="dk1"/>
                </a:solidFill>
              </a:defRPr>
            </a:lvl2pPr>
            <a:lvl3pPr lvl="2" algn="ctr">
              <a:spcBef>
                <a:spcPts val="0"/>
              </a:spcBef>
              <a:spcAft>
                <a:spcPts val="0"/>
              </a:spcAft>
              <a:buNone/>
              <a:defRPr sz="2200">
                <a:solidFill>
                  <a:schemeClr val="dk1"/>
                </a:solidFill>
              </a:defRPr>
            </a:lvl3pPr>
            <a:lvl4pPr lvl="3" algn="ctr">
              <a:spcBef>
                <a:spcPts val="0"/>
              </a:spcBef>
              <a:spcAft>
                <a:spcPts val="0"/>
              </a:spcAft>
              <a:buNone/>
              <a:defRPr sz="2200">
                <a:solidFill>
                  <a:schemeClr val="dk1"/>
                </a:solidFill>
              </a:defRPr>
            </a:lvl4pPr>
            <a:lvl5pPr lvl="4" algn="ctr">
              <a:spcBef>
                <a:spcPts val="0"/>
              </a:spcBef>
              <a:spcAft>
                <a:spcPts val="0"/>
              </a:spcAft>
              <a:buNone/>
              <a:defRPr sz="2200">
                <a:solidFill>
                  <a:schemeClr val="dk1"/>
                </a:solidFill>
              </a:defRPr>
            </a:lvl5pPr>
            <a:lvl6pPr lvl="5" algn="ctr">
              <a:spcBef>
                <a:spcPts val="0"/>
              </a:spcBef>
              <a:spcAft>
                <a:spcPts val="0"/>
              </a:spcAft>
              <a:buNone/>
              <a:defRPr sz="2200">
                <a:solidFill>
                  <a:schemeClr val="dk1"/>
                </a:solidFill>
              </a:defRPr>
            </a:lvl6pPr>
            <a:lvl7pPr lvl="6" algn="ctr">
              <a:spcBef>
                <a:spcPts val="0"/>
              </a:spcBef>
              <a:spcAft>
                <a:spcPts val="0"/>
              </a:spcAft>
              <a:buNone/>
              <a:defRPr sz="2200">
                <a:solidFill>
                  <a:schemeClr val="dk1"/>
                </a:solidFill>
              </a:defRPr>
            </a:lvl7pPr>
            <a:lvl8pPr lvl="7" algn="ctr">
              <a:spcBef>
                <a:spcPts val="0"/>
              </a:spcBef>
              <a:spcAft>
                <a:spcPts val="0"/>
              </a:spcAft>
              <a:buNone/>
              <a:defRPr sz="2200">
                <a:solidFill>
                  <a:schemeClr val="dk1"/>
                </a:solidFill>
              </a:defRPr>
            </a:lvl8pPr>
            <a:lvl9pPr lvl="8" algn="ctr">
              <a:spcBef>
                <a:spcPts val="0"/>
              </a:spcBef>
              <a:spcAft>
                <a:spcPts val="0"/>
              </a:spcAft>
              <a:buNone/>
              <a:defRPr sz="2200">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82" name="Shape 82"/>
        <p:cNvGrpSpPr/>
        <p:nvPr/>
      </p:nvGrpSpPr>
      <p:grpSpPr>
        <a:xfrm>
          <a:off x="0" y="0"/>
          <a:ext cx="0" cy="0"/>
          <a:chOff x="0" y="0"/>
          <a:chExt cx="0" cy="0"/>
        </a:xfrm>
      </p:grpSpPr>
      <p:sp>
        <p:nvSpPr>
          <p:cNvPr id="83" name="Google Shape;83;p1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84" name="Google Shape;84;p1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0"/>
          <p:cNvSpPr txBox="1"/>
          <p:nvPr>
            <p:ph idx="2" type="body"/>
          </p:nvPr>
        </p:nvSpPr>
        <p:spPr>
          <a:xfrm>
            <a:off x="361975" y="3231275"/>
            <a:ext cx="1457400" cy="10776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86" name="Google Shape;86;p10"/>
          <p:cNvSpPr txBox="1"/>
          <p:nvPr>
            <p:ph idx="3" type="subTitle"/>
          </p:nvPr>
        </p:nvSpPr>
        <p:spPr>
          <a:xfrm>
            <a:off x="3619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87" name="Google Shape;87;p10"/>
          <p:cNvSpPr txBox="1"/>
          <p:nvPr>
            <p:ph idx="4"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88" name="Google Shape;88;p10"/>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lvl1pPr>
            <a:lvl2pPr lvl="1" algn="ctr">
              <a:spcBef>
                <a:spcPts val="0"/>
              </a:spcBef>
              <a:spcAft>
                <a:spcPts val="0"/>
              </a:spcAft>
              <a:buNone/>
              <a:defRPr sz="2200"/>
            </a:lvl2pPr>
            <a:lvl3pPr lvl="2" algn="ctr">
              <a:spcBef>
                <a:spcPts val="0"/>
              </a:spcBef>
              <a:spcAft>
                <a:spcPts val="0"/>
              </a:spcAft>
              <a:buNone/>
              <a:defRPr sz="2200"/>
            </a:lvl3pPr>
            <a:lvl4pPr lvl="3" algn="ctr">
              <a:spcBef>
                <a:spcPts val="0"/>
              </a:spcBef>
              <a:spcAft>
                <a:spcPts val="0"/>
              </a:spcAft>
              <a:buNone/>
              <a:defRPr sz="2200"/>
            </a:lvl4pPr>
            <a:lvl5pPr lvl="4" algn="ctr">
              <a:spcBef>
                <a:spcPts val="0"/>
              </a:spcBef>
              <a:spcAft>
                <a:spcPts val="0"/>
              </a:spcAft>
              <a:buNone/>
              <a:defRPr sz="2200"/>
            </a:lvl5pPr>
            <a:lvl6pPr lvl="5" algn="ctr">
              <a:spcBef>
                <a:spcPts val="0"/>
              </a:spcBef>
              <a:spcAft>
                <a:spcPts val="0"/>
              </a:spcAft>
              <a:buNone/>
              <a:defRPr sz="2200"/>
            </a:lvl6pPr>
            <a:lvl7pPr lvl="6" algn="ctr">
              <a:spcBef>
                <a:spcPts val="0"/>
              </a:spcBef>
              <a:spcAft>
                <a:spcPts val="0"/>
              </a:spcAft>
              <a:buNone/>
              <a:defRPr sz="2200"/>
            </a:lvl7pPr>
            <a:lvl8pPr lvl="7" algn="ctr">
              <a:spcBef>
                <a:spcPts val="0"/>
              </a:spcBef>
              <a:spcAft>
                <a:spcPts val="0"/>
              </a:spcAft>
              <a:buNone/>
              <a:defRPr sz="2200"/>
            </a:lvl8pPr>
            <a:lvl9pPr lvl="8" algn="ctr">
              <a:spcBef>
                <a:spcPts val="0"/>
              </a:spcBef>
              <a:spcAft>
                <a:spcPts val="0"/>
              </a:spcAft>
              <a:buNone/>
              <a:defRPr sz="2200"/>
            </a:lvl9pPr>
          </a:lstStyle>
          <a:p/>
        </p:txBody>
      </p:sp>
      <p:sp>
        <p:nvSpPr>
          <p:cNvPr id="89" name="Google Shape;89;p10"/>
          <p:cNvSpPr txBox="1"/>
          <p:nvPr>
            <p:ph idx="5" type="subTitle"/>
          </p:nvPr>
        </p:nvSpPr>
        <p:spPr>
          <a:xfrm>
            <a:off x="73192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0" name="Google Shape;90;p10"/>
          <p:cNvSpPr txBox="1"/>
          <p:nvPr>
            <p:ph idx="6" type="body"/>
          </p:nvPr>
        </p:nvSpPr>
        <p:spPr>
          <a:xfrm>
            <a:off x="210130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1" name="Google Shape;91;p10"/>
          <p:cNvSpPr txBox="1"/>
          <p:nvPr>
            <p:ph idx="7" type="body"/>
          </p:nvPr>
        </p:nvSpPr>
        <p:spPr>
          <a:xfrm>
            <a:off x="384062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2" name="Google Shape;92;p10"/>
          <p:cNvSpPr txBox="1"/>
          <p:nvPr>
            <p:ph idx="8" type="body"/>
          </p:nvPr>
        </p:nvSpPr>
        <p:spPr>
          <a:xfrm>
            <a:off x="557995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3" name="Google Shape;93;p10"/>
          <p:cNvSpPr txBox="1"/>
          <p:nvPr>
            <p:ph idx="9" type="subTitle"/>
          </p:nvPr>
        </p:nvSpPr>
        <p:spPr>
          <a:xfrm>
            <a:off x="210130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4" name="Google Shape;94;p10"/>
          <p:cNvSpPr txBox="1"/>
          <p:nvPr>
            <p:ph idx="13" type="subTitle"/>
          </p:nvPr>
        </p:nvSpPr>
        <p:spPr>
          <a:xfrm>
            <a:off x="384062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5" name="Google Shape;95;p10"/>
          <p:cNvSpPr txBox="1"/>
          <p:nvPr>
            <p:ph idx="14" type="subTitle"/>
          </p:nvPr>
        </p:nvSpPr>
        <p:spPr>
          <a:xfrm>
            <a:off x="557995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6" name="Google Shape;96;p10"/>
          <p:cNvSpPr txBox="1"/>
          <p:nvPr>
            <p:ph idx="15" type="body"/>
          </p:nvPr>
        </p:nvSpPr>
        <p:spPr>
          <a:xfrm>
            <a:off x="731927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97" name="Shape 97"/>
        <p:cNvGrpSpPr/>
        <p:nvPr/>
      </p:nvGrpSpPr>
      <p:grpSpPr>
        <a:xfrm>
          <a:off x="0" y="0"/>
          <a:ext cx="0" cy="0"/>
          <a:chOff x="0" y="0"/>
          <a:chExt cx="0" cy="0"/>
        </a:xfrm>
      </p:grpSpPr>
      <p:sp>
        <p:nvSpPr>
          <p:cNvPr id="98" name="Google Shape;98;p1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1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0" name="Google Shape;100;p11"/>
          <p:cNvSpPr txBox="1"/>
          <p:nvPr>
            <p:ph idx="2" type="body"/>
          </p:nvPr>
        </p:nvSpPr>
        <p:spPr>
          <a:xfrm>
            <a:off x="71308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01" name="Google Shape;101;p11"/>
          <p:cNvSpPr txBox="1"/>
          <p:nvPr>
            <p:ph idx="3" type="subTitle"/>
          </p:nvPr>
        </p:nvSpPr>
        <p:spPr>
          <a:xfrm>
            <a:off x="71308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02" name="Google Shape;102;p11"/>
          <p:cNvSpPr txBox="1"/>
          <p:nvPr>
            <p:ph idx="4" type="subTitle"/>
          </p:nvPr>
        </p:nvSpPr>
        <p:spPr>
          <a:xfrm>
            <a:off x="71308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03" name="Google Shape;103;p11"/>
          <p:cNvSpPr txBox="1"/>
          <p:nvPr>
            <p:ph idx="5" type="body"/>
          </p:nvPr>
        </p:nvSpPr>
        <p:spPr>
          <a:xfrm>
            <a:off x="4892138"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04" name="Google Shape;104;p11"/>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05" name="Google Shape;105;p11"/>
          <p:cNvSpPr txBox="1"/>
          <p:nvPr>
            <p:ph idx="7" type="subTitle"/>
          </p:nvPr>
        </p:nvSpPr>
        <p:spPr>
          <a:xfrm>
            <a:off x="4892138"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06" name="Google Shape;106;p11"/>
          <p:cNvSpPr txBox="1"/>
          <p:nvPr>
            <p:ph idx="8" type="body"/>
          </p:nvPr>
        </p:nvSpPr>
        <p:spPr>
          <a:xfrm>
            <a:off x="2607050" y="3628800"/>
            <a:ext cx="1645800" cy="6801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07" name="Google Shape;107;p11"/>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08" name="Google Shape;108;p11"/>
          <p:cNvSpPr txBox="1"/>
          <p:nvPr>
            <p:ph idx="13" type="subTitle"/>
          </p:nvPr>
        </p:nvSpPr>
        <p:spPr>
          <a:xfrm>
            <a:off x="2607050"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09" name="Google Shape;109;p11"/>
          <p:cNvSpPr txBox="1"/>
          <p:nvPr>
            <p:ph idx="14" type="body"/>
          </p:nvPr>
        </p:nvSpPr>
        <p:spPr>
          <a:xfrm>
            <a:off x="3619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10" name="Google Shape;110;p11"/>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11" name="Google Shape;111;p11"/>
          <p:cNvSpPr txBox="1"/>
          <p:nvPr>
            <p:ph idx="16" type="subTitle"/>
          </p:nvPr>
        </p:nvSpPr>
        <p:spPr>
          <a:xfrm>
            <a:off x="3619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12" name="Google Shape;112;p11"/>
          <p:cNvSpPr txBox="1"/>
          <p:nvPr>
            <p:ph idx="17"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13" name="Google Shape;113;p11"/>
          <p:cNvSpPr txBox="1"/>
          <p:nvPr>
            <p:ph type="title"/>
          </p:nvPr>
        </p:nvSpPr>
        <p:spPr>
          <a:xfrm>
            <a:off x="1406600" y="988557"/>
            <a:ext cx="6330900" cy="5877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2200">
                <a:solidFill>
                  <a:schemeClr val="dk1"/>
                </a:solidFill>
              </a:defRPr>
            </a:lvl1pPr>
            <a:lvl2pPr lvl="1" algn="ctr">
              <a:lnSpc>
                <a:spcPct val="90000"/>
              </a:lnSpc>
              <a:spcBef>
                <a:spcPts val="0"/>
              </a:spcBef>
              <a:spcAft>
                <a:spcPts val="0"/>
              </a:spcAft>
              <a:buNone/>
              <a:defRPr sz="2200">
                <a:solidFill>
                  <a:schemeClr val="dk1"/>
                </a:solidFill>
              </a:defRPr>
            </a:lvl2pPr>
            <a:lvl3pPr lvl="2" algn="ctr">
              <a:lnSpc>
                <a:spcPct val="90000"/>
              </a:lnSpc>
              <a:spcBef>
                <a:spcPts val="0"/>
              </a:spcBef>
              <a:spcAft>
                <a:spcPts val="0"/>
              </a:spcAft>
              <a:buNone/>
              <a:defRPr sz="2200">
                <a:solidFill>
                  <a:schemeClr val="dk1"/>
                </a:solidFill>
              </a:defRPr>
            </a:lvl3pPr>
            <a:lvl4pPr lvl="3" algn="ctr">
              <a:lnSpc>
                <a:spcPct val="90000"/>
              </a:lnSpc>
              <a:spcBef>
                <a:spcPts val="0"/>
              </a:spcBef>
              <a:spcAft>
                <a:spcPts val="0"/>
              </a:spcAft>
              <a:buNone/>
              <a:defRPr sz="2200">
                <a:solidFill>
                  <a:schemeClr val="dk1"/>
                </a:solidFill>
              </a:defRPr>
            </a:lvl4pPr>
            <a:lvl5pPr lvl="4" algn="ctr">
              <a:lnSpc>
                <a:spcPct val="90000"/>
              </a:lnSpc>
              <a:spcBef>
                <a:spcPts val="0"/>
              </a:spcBef>
              <a:spcAft>
                <a:spcPts val="0"/>
              </a:spcAft>
              <a:buNone/>
              <a:defRPr sz="2200">
                <a:solidFill>
                  <a:schemeClr val="dk1"/>
                </a:solidFill>
              </a:defRPr>
            </a:lvl5pPr>
            <a:lvl6pPr lvl="5" algn="ctr">
              <a:lnSpc>
                <a:spcPct val="90000"/>
              </a:lnSpc>
              <a:spcBef>
                <a:spcPts val="0"/>
              </a:spcBef>
              <a:spcAft>
                <a:spcPts val="0"/>
              </a:spcAft>
              <a:buNone/>
              <a:defRPr sz="2200">
                <a:solidFill>
                  <a:schemeClr val="dk1"/>
                </a:solidFill>
              </a:defRPr>
            </a:lvl6pPr>
            <a:lvl7pPr lvl="6" algn="ctr">
              <a:lnSpc>
                <a:spcPct val="90000"/>
              </a:lnSpc>
              <a:spcBef>
                <a:spcPts val="0"/>
              </a:spcBef>
              <a:spcAft>
                <a:spcPts val="0"/>
              </a:spcAft>
              <a:buNone/>
              <a:defRPr sz="2200">
                <a:solidFill>
                  <a:schemeClr val="dk1"/>
                </a:solidFill>
              </a:defRPr>
            </a:lvl7pPr>
            <a:lvl8pPr lvl="7" algn="ctr">
              <a:lnSpc>
                <a:spcPct val="90000"/>
              </a:lnSpc>
              <a:spcBef>
                <a:spcPts val="0"/>
              </a:spcBef>
              <a:spcAft>
                <a:spcPts val="0"/>
              </a:spcAft>
              <a:buNone/>
              <a:defRPr sz="2200">
                <a:solidFill>
                  <a:schemeClr val="dk1"/>
                </a:solidFill>
              </a:defRPr>
            </a:lvl8pPr>
            <a:lvl9pPr lvl="8" algn="ctr">
              <a:lnSpc>
                <a:spcPct val="90000"/>
              </a:lnSpc>
              <a:spcBef>
                <a:spcPts val="0"/>
              </a:spcBef>
              <a:spcAft>
                <a:spcPts val="0"/>
              </a:spcAft>
              <a:buNone/>
              <a:defRPr sz="2200">
                <a:solidFill>
                  <a:schemeClr val="dk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114" name="Shape 114"/>
        <p:cNvGrpSpPr/>
        <p:nvPr/>
      </p:nvGrpSpPr>
      <p:grpSpPr>
        <a:xfrm>
          <a:off x="0" y="0"/>
          <a:ext cx="0" cy="0"/>
          <a:chOff x="0" y="0"/>
          <a:chExt cx="0" cy="0"/>
        </a:xfrm>
      </p:grpSpPr>
      <p:sp>
        <p:nvSpPr>
          <p:cNvPr id="115" name="Google Shape;115;p12"/>
          <p:cNvSpPr/>
          <p:nvPr>
            <p:ph idx="2" type="pic"/>
          </p:nvPr>
        </p:nvSpPr>
        <p:spPr>
          <a:xfrm>
            <a:off x="4587725" y="-8750"/>
            <a:ext cx="4572000" cy="5152200"/>
          </a:xfrm>
          <a:prstGeom prst="rect">
            <a:avLst/>
          </a:prstGeom>
          <a:noFill/>
          <a:ln>
            <a:noFill/>
          </a:ln>
        </p:spPr>
      </p:sp>
      <p:sp>
        <p:nvSpPr>
          <p:cNvPr id="116" name="Google Shape;116;p12"/>
          <p:cNvSpPr txBox="1"/>
          <p:nvPr>
            <p:ph type="title"/>
          </p:nvPr>
        </p:nvSpPr>
        <p:spPr>
          <a:xfrm>
            <a:off x="361975" y="923525"/>
            <a:ext cx="3860100" cy="5877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None/>
              <a:defRPr sz="4200">
                <a:solidFill>
                  <a:schemeClr val="dk1"/>
                </a:solidFill>
              </a:defRPr>
            </a:lvl1pPr>
            <a:lvl2pPr lvl="1" algn="ctr">
              <a:lnSpc>
                <a:spcPct val="115000"/>
              </a:lnSpc>
              <a:spcBef>
                <a:spcPts val="0"/>
              </a:spcBef>
              <a:spcAft>
                <a:spcPts val="0"/>
              </a:spcAft>
              <a:buNone/>
              <a:defRPr>
                <a:solidFill>
                  <a:schemeClr val="dk1"/>
                </a:solidFill>
              </a:defRPr>
            </a:lvl2pPr>
            <a:lvl3pPr lvl="2" algn="ctr">
              <a:lnSpc>
                <a:spcPct val="115000"/>
              </a:lnSpc>
              <a:spcBef>
                <a:spcPts val="0"/>
              </a:spcBef>
              <a:spcAft>
                <a:spcPts val="0"/>
              </a:spcAft>
              <a:buNone/>
              <a:defRPr>
                <a:solidFill>
                  <a:schemeClr val="dk1"/>
                </a:solidFill>
              </a:defRPr>
            </a:lvl3pPr>
            <a:lvl4pPr lvl="3" algn="ctr">
              <a:lnSpc>
                <a:spcPct val="115000"/>
              </a:lnSpc>
              <a:spcBef>
                <a:spcPts val="0"/>
              </a:spcBef>
              <a:spcAft>
                <a:spcPts val="0"/>
              </a:spcAft>
              <a:buNone/>
              <a:defRPr>
                <a:solidFill>
                  <a:schemeClr val="dk1"/>
                </a:solidFill>
              </a:defRPr>
            </a:lvl4pPr>
            <a:lvl5pPr lvl="4" algn="ctr">
              <a:lnSpc>
                <a:spcPct val="115000"/>
              </a:lnSpc>
              <a:spcBef>
                <a:spcPts val="0"/>
              </a:spcBef>
              <a:spcAft>
                <a:spcPts val="0"/>
              </a:spcAft>
              <a:buNone/>
              <a:defRPr>
                <a:solidFill>
                  <a:schemeClr val="dk1"/>
                </a:solidFill>
              </a:defRPr>
            </a:lvl5pPr>
            <a:lvl6pPr lvl="5" algn="ctr">
              <a:lnSpc>
                <a:spcPct val="115000"/>
              </a:lnSpc>
              <a:spcBef>
                <a:spcPts val="0"/>
              </a:spcBef>
              <a:spcAft>
                <a:spcPts val="0"/>
              </a:spcAft>
              <a:buNone/>
              <a:defRPr>
                <a:solidFill>
                  <a:schemeClr val="dk1"/>
                </a:solidFill>
              </a:defRPr>
            </a:lvl6pPr>
            <a:lvl7pPr lvl="6" algn="ctr">
              <a:lnSpc>
                <a:spcPct val="115000"/>
              </a:lnSpc>
              <a:spcBef>
                <a:spcPts val="0"/>
              </a:spcBef>
              <a:spcAft>
                <a:spcPts val="0"/>
              </a:spcAft>
              <a:buNone/>
              <a:defRPr>
                <a:solidFill>
                  <a:schemeClr val="dk1"/>
                </a:solidFill>
              </a:defRPr>
            </a:lvl7pPr>
            <a:lvl8pPr lvl="7" algn="ctr">
              <a:lnSpc>
                <a:spcPct val="115000"/>
              </a:lnSpc>
              <a:spcBef>
                <a:spcPts val="0"/>
              </a:spcBef>
              <a:spcAft>
                <a:spcPts val="0"/>
              </a:spcAft>
              <a:buNone/>
              <a:defRPr>
                <a:solidFill>
                  <a:schemeClr val="dk1"/>
                </a:solidFill>
              </a:defRPr>
            </a:lvl8pPr>
            <a:lvl9pPr lvl="8" algn="ctr">
              <a:lnSpc>
                <a:spcPct val="115000"/>
              </a:lnSpc>
              <a:spcBef>
                <a:spcPts val="0"/>
              </a:spcBef>
              <a:spcAft>
                <a:spcPts val="0"/>
              </a:spcAft>
              <a:buNone/>
              <a:defRPr>
                <a:solidFill>
                  <a:schemeClr val="dk1"/>
                </a:solidFill>
              </a:defRPr>
            </a:lvl9pPr>
          </a:lstStyle>
          <a:p/>
        </p:txBody>
      </p:sp>
      <p:sp>
        <p:nvSpPr>
          <p:cNvPr id="117" name="Google Shape;117;p12"/>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Font typeface="Newsreader"/>
              <a:buNone/>
              <a:defRPr>
                <a:solidFill>
                  <a:schemeClr val="dk1"/>
                </a:solidFill>
              </a:defRPr>
            </a:lvl2pPr>
            <a:lvl3pPr lvl="2">
              <a:spcBef>
                <a:spcPts val="0"/>
              </a:spcBef>
              <a:spcAft>
                <a:spcPts val="0"/>
              </a:spcAft>
              <a:buClr>
                <a:schemeClr val="dk1"/>
              </a:buClr>
              <a:buSzPts val="1400"/>
              <a:buFont typeface="Newsreader"/>
              <a:buNone/>
              <a:defRPr>
                <a:solidFill>
                  <a:schemeClr val="dk1"/>
                </a:solidFill>
              </a:defRPr>
            </a:lvl3pPr>
            <a:lvl4pPr lvl="3">
              <a:spcBef>
                <a:spcPts val="0"/>
              </a:spcBef>
              <a:spcAft>
                <a:spcPts val="0"/>
              </a:spcAft>
              <a:buClr>
                <a:schemeClr val="dk1"/>
              </a:buClr>
              <a:buSzPts val="1400"/>
              <a:buFont typeface="Newsreader"/>
              <a:buNone/>
              <a:defRPr>
                <a:solidFill>
                  <a:schemeClr val="dk1"/>
                </a:solidFill>
              </a:defRPr>
            </a:lvl4pPr>
            <a:lvl5pPr lvl="4">
              <a:spcBef>
                <a:spcPts val="0"/>
              </a:spcBef>
              <a:spcAft>
                <a:spcPts val="0"/>
              </a:spcAft>
              <a:buClr>
                <a:schemeClr val="dk1"/>
              </a:buClr>
              <a:buSzPts val="1400"/>
              <a:buFont typeface="Newsreader"/>
              <a:buNone/>
              <a:defRPr>
                <a:solidFill>
                  <a:schemeClr val="dk1"/>
                </a:solidFill>
              </a:defRPr>
            </a:lvl5pPr>
            <a:lvl6pPr lvl="5">
              <a:spcBef>
                <a:spcPts val="0"/>
              </a:spcBef>
              <a:spcAft>
                <a:spcPts val="0"/>
              </a:spcAft>
              <a:buClr>
                <a:schemeClr val="dk1"/>
              </a:buClr>
              <a:buSzPts val="1400"/>
              <a:buFont typeface="Newsreader"/>
              <a:buNone/>
              <a:defRPr>
                <a:solidFill>
                  <a:schemeClr val="dk1"/>
                </a:solidFill>
              </a:defRPr>
            </a:lvl6pPr>
            <a:lvl7pPr lvl="6">
              <a:spcBef>
                <a:spcPts val="0"/>
              </a:spcBef>
              <a:spcAft>
                <a:spcPts val="0"/>
              </a:spcAft>
              <a:buClr>
                <a:schemeClr val="dk1"/>
              </a:buClr>
              <a:buSzPts val="1400"/>
              <a:buFont typeface="Newsreader"/>
              <a:buNone/>
              <a:defRPr>
                <a:solidFill>
                  <a:schemeClr val="dk1"/>
                </a:solidFill>
              </a:defRPr>
            </a:lvl7pPr>
            <a:lvl8pPr lvl="7">
              <a:spcBef>
                <a:spcPts val="0"/>
              </a:spcBef>
              <a:spcAft>
                <a:spcPts val="0"/>
              </a:spcAft>
              <a:buClr>
                <a:schemeClr val="dk1"/>
              </a:buClr>
              <a:buSzPts val="1400"/>
              <a:buFont typeface="Newsreader"/>
              <a:buNone/>
              <a:defRPr>
                <a:solidFill>
                  <a:schemeClr val="dk1"/>
                </a:solidFill>
              </a:defRPr>
            </a:lvl8pPr>
            <a:lvl9pPr lvl="8">
              <a:spcBef>
                <a:spcPts val="0"/>
              </a:spcBef>
              <a:spcAft>
                <a:spcPts val="0"/>
              </a:spcAft>
              <a:buClr>
                <a:schemeClr val="dk1"/>
              </a:buClr>
              <a:buSzPts val="1400"/>
              <a:buFont typeface="Newsreader"/>
              <a:buNone/>
              <a:defRPr>
                <a:solidFill>
                  <a:schemeClr val="dk1"/>
                </a:solidFill>
              </a:defRPr>
            </a:lvl9pPr>
          </a:lstStyle>
          <a:p/>
        </p:txBody>
      </p:sp>
      <p:sp>
        <p:nvSpPr>
          <p:cNvPr id="118" name="Google Shape;118;p12"/>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lvl1pPr indent="-292100" lvl="0" marL="4572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119" name="Shape 119"/>
        <p:cNvGrpSpPr/>
        <p:nvPr/>
      </p:nvGrpSpPr>
      <p:grpSpPr>
        <a:xfrm>
          <a:off x="0" y="0"/>
          <a:ext cx="0" cy="0"/>
          <a:chOff x="0" y="0"/>
          <a:chExt cx="0" cy="0"/>
        </a:xfrm>
      </p:grpSpPr>
      <p:sp>
        <p:nvSpPr>
          <p:cNvPr id="120" name="Google Shape;120;p1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22" name="Google Shape;122;p13"/>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3" name="Google Shape;123;p13"/>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4" name="Google Shape;124;p13"/>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5" name="Google Shape;125;p13"/>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6" name="Google Shape;126;p13"/>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01</a:t>
            </a:r>
            <a:endParaRPr sz="3000">
              <a:solidFill>
                <a:schemeClr val="lt1"/>
              </a:solidFill>
              <a:latin typeface="Newsreader"/>
              <a:ea typeface="Newsreader"/>
              <a:cs typeface="Newsreader"/>
              <a:sym typeface="Newsreader"/>
            </a:endParaRPr>
          </a:p>
        </p:txBody>
      </p:sp>
      <p:sp>
        <p:nvSpPr>
          <p:cNvPr id="127" name="Google Shape;127;p13"/>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dk1"/>
                </a:solidFill>
                <a:latin typeface="Newsreader"/>
                <a:ea typeface="Newsreader"/>
                <a:cs typeface="Newsreader"/>
                <a:sym typeface="Newsreader"/>
              </a:rPr>
              <a:t>02</a:t>
            </a:r>
            <a:endParaRPr sz="3000">
              <a:solidFill>
                <a:schemeClr val="dk1"/>
              </a:solidFill>
              <a:latin typeface="Newsreader"/>
              <a:ea typeface="Newsreader"/>
              <a:cs typeface="Newsreader"/>
              <a:sym typeface="Newsreader"/>
            </a:endParaRPr>
          </a:p>
        </p:txBody>
      </p:sp>
      <p:sp>
        <p:nvSpPr>
          <p:cNvPr id="128" name="Google Shape;128;p13"/>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03</a:t>
            </a:r>
            <a:endParaRPr sz="3000">
              <a:solidFill>
                <a:schemeClr val="lt1"/>
              </a:solidFill>
              <a:latin typeface="Newsreader"/>
              <a:ea typeface="Newsreader"/>
              <a:cs typeface="Newsreader"/>
              <a:sym typeface="Newsreader"/>
            </a:endParaRPr>
          </a:p>
        </p:txBody>
      </p:sp>
      <p:sp>
        <p:nvSpPr>
          <p:cNvPr id="129" name="Google Shape;129;p13"/>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04</a:t>
            </a:r>
            <a:endParaRPr sz="3000">
              <a:solidFill>
                <a:schemeClr val="lt1"/>
              </a:solidFill>
              <a:latin typeface="Newsreader"/>
              <a:ea typeface="Newsreader"/>
              <a:cs typeface="Newsreader"/>
              <a:sym typeface="Newsreader"/>
            </a:endParaRPr>
          </a:p>
        </p:txBody>
      </p:sp>
      <p:sp>
        <p:nvSpPr>
          <p:cNvPr id="130" name="Google Shape;130;p13"/>
          <p:cNvSpPr txBox="1"/>
          <p:nvPr>
            <p:ph type="title"/>
          </p:nvPr>
        </p:nvSpPr>
        <p:spPr>
          <a:xfrm>
            <a:off x="361975" y="988782"/>
            <a:ext cx="3231600" cy="760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200"/>
              <a:buFont typeface="Newsreader"/>
              <a:buNone/>
              <a:defRPr sz="2200">
                <a:solidFill>
                  <a:schemeClr val="dk1"/>
                </a:solidFill>
              </a:defRPr>
            </a:lvl1pPr>
            <a:lvl2pPr lvl="1">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131" name="Google Shape;131;p13"/>
          <p:cNvSpPr txBox="1"/>
          <p:nvPr>
            <p:ph idx="2" type="subTitle"/>
          </p:nvPr>
        </p:nvSpPr>
        <p:spPr>
          <a:xfrm>
            <a:off x="382691" y="3129231"/>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13"/>
          <p:cNvSpPr txBox="1"/>
          <p:nvPr>
            <p:ph idx="3" type="subTitle"/>
          </p:nvPr>
        </p:nvSpPr>
        <p:spPr>
          <a:xfrm>
            <a:off x="377048" y="3344302"/>
            <a:ext cx="1689600" cy="969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33" name="Google Shape;133;p13"/>
          <p:cNvSpPr txBox="1"/>
          <p:nvPr>
            <p:ph idx="4" type="subTitle"/>
          </p:nvPr>
        </p:nvSpPr>
        <p:spPr>
          <a:xfrm>
            <a:off x="2671462" y="2450249"/>
            <a:ext cx="12573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4" name="Google Shape;134;p13"/>
          <p:cNvSpPr txBox="1"/>
          <p:nvPr>
            <p:ph idx="5" type="subTitle"/>
          </p:nvPr>
        </p:nvSpPr>
        <p:spPr>
          <a:xfrm>
            <a:off x="2665825" y="2665171"/>
            <a:ext cx="1689600" cy="1423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35" name="Google Shape;135;p13"/>
          <p:cNvSpPr txBox="1"/>
          <p:nvPr>
            <p:ph idx="6" type="subTitle"/>
          </p:nvPr>
        </p:nvSpPr>
        <p:spPr>
          <a:xfrm>
            <a:off x="4943337" y="18846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13"/>
          <p:cNvSpPr txBox="1"/>
          <p:nvPr>
            <p:ph idx="7" type="subTitle"/>
          </p:nvPr>
        </p:nvSpPr>
        <p:spPr>
          <a:xfrm>
            <a:off x="4937700" y="2099593"/>
            <a:ext cx="1689600" cy="1620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37" name="Google Shape;137;p13"/>
          <p:cNvSpPr txBox="1"/>
          <p:nvPr>
            <p:ph idx="8" type="subTitle"/>
          </p:nvPr>
        </p:nvSpPr>
        <p:spPr>
          <a:xfrm>
            <a:off x="7238787" y="10574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13"/>
          <p:cNvSpPr txBox="1"/>
          <p:nvPr>
            <p:ph idx="9" type="subTitle"/>
          </p:nvPr>
        </p:nvSpPr>
        <p:spPr>
          <a:xfrm>
            <a:off x="7233150" y="1272358"/>
            <a:ext cx="1689600" cy="2196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139" name="Shape 139"/>
        <p:cNvGrpSpPr/>
        <p:nvPr/>
      </p:nvGrpSpPr>
      <p:grpSpPr>
        <a:xfrm>
          <a:off x="0" y="0"/>
          <a:ext cx="0" cy="0"/>
          <a:chOff x="0" y="0"/>
          <a:chExt cx="0" cy="0"/>
        </a:xfrm>
      </p:grpSpPr>
      <p:sp>
        <p:nvSpPr>
          <p:cNvPr id="140" name="Google Shape;140;p1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1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p14"/>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lvl1pPr>
            <a:lvl2pPr lvl="1">
              <a:spcBef>
                <a:spcPts val="0"/>
              </a:spcBef>
              <a:spcAft>
                <a:spcPts val="0"/>
              </a:spcAft>
              <a:buNone/>
              <a:defRPr sz="2500"/>
            </a:lvl2pPr>
            <a:lvl3pPr lvl="2">
              <a:spcBef>
                <a:spcPts val="0"/>
              </a:spcBef>
              <a:spcAft>
                <a:spcPts val="0"/>
              </a:spcAft>
              <a:buNone/>
              <a:defRPr sz="2500"/>
            </a:lvl3pPr>
            <a:lvl4pPr lvl="3">
              <a:spcBef>
                <a:spcPts val="0"/>
              </a:spcBef>
              <a:spcAft>
                <a:spcPts val="0"/>
              </a:spcAft>
              <a:buNone/>
              <a:defRPr sz="2500"/>
            </a:lvl4pPr>
            <a:lvl5pPr lvl="4">
              <a:spcBef>
                <a:spcPts val="0"/>
              </a:spcBef>
              <a:spcAft>
                <a:spcPts val="0"/>
              </a:spcAft>
              <a:buNone/>
              <a:defRPr sz="2500"/>
            </a:lvl5pPr>
            <a:lvl6pPr lvl="5">
              <a:spcBef>
                <a:spcPts val="0"/>
              </a:spcBef>
              <a:spcAft>
                <a:spcPts val="0"/>
              </a:spcAft>
              <a:buNone/>
              <a:defRPr sz="2500"/>
            </a:lvl6pPr>
            <a:lvl7pPr lvl="6">
              <a:spcBef>
                <a:spcPts val="0"/>
              </a:spcBef>
              <a:spcAft>
                <a:spcPts val="0"/>
              </a:spcAft>
              <a:buNone/>
              <a:defRPr sz="2500"/>
            </a:lvl7pPr>
            <a:lvl8pPr lvl="7">
              <a:spcBef>
                <a:spcPts val="0"/>
              </a:spcBef>
              <a:spcAft>
                <a:spcPts val="0"/>
              </a:spcAft>
              <a:buNone/>
              <a:defRPr sz="2500"/>
            </a:lvl8pPr>
            <a:lvl9pPr lvl="8">
              <a:spcBef>
                <a:spcPts val="0"/>
              </a:spcBef>
              <a:spcAft>
                <a:spcPts val="0"/>
              </a:spcAft>
              <a:buNone/>
              <a:defRPr sz="2500"/>
            </a:lvl9pPr>
          </a:lstStyle>
          <a:p/>
        </p:txBody>
      </p:sp>
      <p:sp>
        <p:nvSpPr>
          <p:cNvPr id="143" name="Google Shape;143;p14"/>
          <p:cNvSpPr/>
          <p:nvPr>
            <p:ph idx="2" type="pic"/>
          </p:nvPr>
        </p:nvSpPr>
        <p:spPr>
          <a:xfrm>
            <a:off x="1442350" y="3492500"/>
            <a:ext cx="408900" cy="408900"/>
          </a:xfrm>
          <a:prstGeom prst="ellipse">
            <a:avLst/>
          </a:prstGeom>
          <a:noFill/>
          <a:ln>
            <a:noFill/>
          </a:ln>
        </p:spPr>
      </p:sp>
      <p:sp>
        <p:nvSpPr>
          <p:cNvPr id="144" name="Google Shape;144;p14"/>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145" name="Google Shape;145;p14"/>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146" name="Shape 146"/>
        <p:cNvGrpSpPr/>
        <p:nvPr/>
      </p:nvGrpSpPr>
      <p:grpSpPr>
        <a:xfrm>
          <a:off x="0" y="0"/>
          <a:ext cx="0" cy="0"/>
          <a:chOff x="0" y="0"/>
          <a:chExt cx="0" cy="0"/>
        </a:xfrm>
      </p:grpSpPr>
      <p:sp>
        <p:nvSpPr>
          <p:cNvPr id="147" name="Google Shape;147;p1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1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9" name="Google Shape;149;p15"/>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solidFill>
                  <a:schemeClr val="dk1"/>
                </a:solidFill>
              </a:defRPr>
            </a:lvl1pPr>
            <a:lvl2pPr lvl="1">
              <a:spcBef>
                <a:spcPts val="0"/>
              </a:spcBef>
              <a:spcAft>
                <a:spcPts val="0"/>
              </a:spcAft>
              <a:buNone/>
              <a:defRPr sz="2500">
                <a:solidFill>
                  <a:schemeClr val="dk1"/>
                </a:solidFill>
              </a:defRPr>
            </a:lvl2pPr>
            <a:lvl3pPr lvl="2">
              <a:spcBef>
                <a:spcPts val="0"/>
              </a:spcBef>
              <a:spcAft>
                <a:spcPts val="0"/>
              </a:spcAft>
              <a:buNone/>
              <a:defRPr sz="2500">
                <a:solidFill>
                  <a:schemeClr val="dk1"/>
                </a:solidFill>
              </a:defRPr>
            </a:lvl3pPr>
            <a:lvl4pPr lvl="3">
              <a:spcBef>
                <a:spcPts val="0"/>
              </a:spcBef>
              <a:spcAft>
                <a:spcPts val="0"/>
              </a:spcAft>
              <a:buNone/>
              <a:defRPr sz="2500">
                <a:solidFill>
                  <a:schemeClr val="dk1"/>
                </a:solidFill>
              </a:defRPr>
            </a:lvl4pPr>
            <a:lvl5pPr lvl="4">
              <a:spcBef>
                <a:spcPts val="0"/>
              </a:spcBef>
              <a:spcAft>
                <a:spcPts val="0"/>
              </a:spcAft>
              <a:buNone/>
              <a:defRPr sz="2500">
                <a:solidFill>
                  <a:schemeClr val="dk1"/>
                </a:solidFill>
              </a:defRPr>
            </a:lvl5pPr>
            <a:lvl6pPr lvl="5">
              <a:spcBef>
                <a:spcPts val="0"/>
              </a:spcBef>
              <a:spcAft>
                <a:spcPts val="0"/>
              </a:spcAft>
              <a:buNone/>
              <a:defRPr sz="2500">
                <a:solidFill>
                  <a:schemeClr val="dk1"/>
                </a:solidFill>
              </a:defRPr>
            </a:lvl6pPr>
            <a:lvl7pPr lvl="6">
              <a:spcBef>
                <a:spcPts val="0"/>
              </a:spcBef>
              <a:spcAft>
                <a:spcPts val="0"/>
              </a:spcAft>
              <a:buNone/>
              <a:defRPr sz="2500">
                <a:solidFill>
                  <a:schemeClr val="dk1"/>
                </a:solidFill>
              </a:defRPr>
            </a:lvl7pPr>
            <a:lvl8pPr lvl="7">
              <a:spcBef>
                <a:spcPts val="0"/>
              </a:spcBef>
              <a:spcAft>
                <a:spcPts val="0"/>
              </a:spcAft>
              <a:buNone/>
              <a:defRPr sz="2500">
                <a:solidFill>
                  <a:schemeClr val="dk1"/>
                </a:solidFill>
              </a:defRPr>
            </a:lvl8pPr>
            <a:lvl9pPr lvl="8">
              <a:spcBef>
                <a:spcPts val="0"/>
              </a:spcBef>
              <a:spcAft>
                <a:spcPts val="0"/>
              </a:spcAft>
              <a:buNone/>
              <a:defRPr sz="2500">
                <a:solidFill>
                  <a:schemeClr val="dk1"/>
                </a:solidFill>
              </a:defRPr>
            </a:lvl9pPr>
          </a:lstStyle>
          <a:p/>
        </p:txBody>
      </p:sp>
      <p:sp>
        <p:nvSpPr>
          <p:cNvPr id="150" name="Google Shape;150;p15"/>
          <p:cNvSpPr/>
          <p:nvPr>
            <p:ph idx="2" type="pic"/>
          </p:nvPr>
        </p:nvSpPr>
        <p:spPr>
          <a:xfrm>
            <a:off x="1442350" y="3492500"/>
            <a:ext cx="408900" cy="408900"/>
          </a:xfrm>
          <a:prstGeom prst="ellipse">
            <a:avLst/>
          </a:prstGeom>
          <a:noFill/>
          <a:ln>
            <a:noFill/>
          </a:ln>
        </p:spPr>
      </p:sp>
      <p:sp>
        <p:nvSpPr>
          <p:cNvPr id="151" name="Google Shape;151;p15"/>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152" name="Google Shape;152;p15"/>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153" name="Shape 153"/>
        <p:cNvGrpSpPr/>
        <p:nvPr/>
      </p:nvGrpSpPr>
      <p:grpSpPr>
        <a:xfrm>
          <a:off x="0" y="0"/>
          <a:ext cx="0" cy="0"/>
          <a:chOff x="0" y="0"/>
          <a:chExt cx="0" cy="0"/>
        </a:xfrm>
      </p:grpSpPr>
      <p:sp>
        <p:nvSpPr>
          <p:cNvPr id="154" name="Google Shape;154;p1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5" name="Google Shape;155;p16"/>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56" name="Google Shape;156;p16"/>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7" name="Google Shape;157;p16"/>
          <p:cNvSpPr txBox="1"/>
          <p:nvPr>
            <p:ph idx="3" type="body"/>
          </p:nvPr>
        </p:nvSpPr>
        <p:spPr>
          <a:xfrm>
            <a:off x="361975" y="3256513"/>
            <a:ext cx="3860100" cy="13275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8" name="Google Shape;158;p16"/>
          <p:cNvSpPr txBox="1"/>
          <p:nvPr>
            <p:ph idx="4" type="title"/>
          </p:nvPr>
        </p:nvSpPr>
        <p:spPr>
          <a:xfrm>
            <a:off x="48008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159" name="Google Shape;159;p16"/>
          <p:cNvSpPr txBox="1"/>
          <p:nvPr>
            <p:ph idx="5" type="title"/>
          </p:nvPr>
        </p:nvSpPr>
        <p:spPr>
          <a:xfrm>
            <a:off x="70949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60" name="Google Shape;160;p16"/>
          <p:cNvSpPr txBox="1"/>
          <p:nvPr>
            <p:ph idx="6" type="title"/>
          </p:nvPr>
        </p:nvSpPr>
        <p:spPr>
          <a:xfrm>
            <a:off x="4800825" y="1698225"/>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61" name="Google Shape;161;p16"/>
          <p:cNvSpPr txBox="1"/>
          <p:nvPr>
            <p:ph idx="7" type="body"/>
          </p:nvPr>
        </p:nvSpPr>
        <p:spPr>
          <a:xfrm>
            <a:off x="4800825" y="4122308"/>
            <a:ext cx="39759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62" name="Google Shape;162;p16"/>
          <p:cNvSpPr txBox="1"/>
          <p:nvPr>
            <p:ph idx="8" type="title"/>
          </p:nvPr>
        </p:nvSpPr>
        <p:spPr>
          <a:xfrm>
            <a:off x="4800825" y="3215225"/>
            <a:ext cx="3975900" cy="798900"/>
          </a:xfrm>
          <a:prstGeom prst="rect">
            <a:avLst/>
          </a:prstGeom>
        </p:spPr>
        <p:txBody>
          <a:bodyPr anchorCtr="0" anchor="t" bIns="0" lIns="0" spcFirstLastPara="1" rIns="0" wrap="square" tIns="0">
            <a:noAutofit/>
          </a:bodyPr>
          <a:lstStyle>
            <a:lvl1pPr lvl="0">
              <a:spcBef>
                <a:spcPts val="0"/>
              </a:spcBef>
              <a:spcAft>
                <a:spcPts val="0"/>
              </a:spcAft>
              <a:buNone/>
              <a:defRPr sz="6200"/>
            </a:lvl1pPr>
            <a:lvl2pPr lvl="1">
              <a:spcBef>
                <a:spcPts val="0"/>
              </a:spcBef>
              <a:spcAft>
                <a:spcPts val="0"/>
              </a:spcAft>
              <a:buNone/>
              <a:defRPr sz="2200">
                <a:solidFill>
                  <a:schemeClr val="dk1"/>
                </a:solidFill>
              </a:defRPr>
            </a:lvl2pPr>
            <a:lvl3pPr lvl="2">
              <a:spcBef>
                <a:spcPts val="0"/>
              </a:spcBef>
              <a:spcAft>
                <a:spcPts val="0"/>
              </a:spcAft>
              <a:buNone/>
              <a:defRPr sz="2200">
                <a:solidFill>
                  <a:schemeClr val="dk1"/>
                </a:solidFill>
              </a:defRPr>
            </a:lvl3pPr>
            <a:lvl4pPr lvl="3">
              <a:spcBef>
                <a:spcPts val="0"/>
              </a:spcBef>
              <a:spcAft>
                <a:spcPts val="0"/>
              </a:spcAft>
              <a:buNone/>
              <a:defRPr sz="2200">
                <a:solidFill>
                  <a:schemeClr val="dk1"/>
                </a:solidFill>
              </a:defRPr>
            </a:lvl4pPr>
            <a:lvl5pPr lvl="4">
              <a:spcBef>
                <a:spcPts val="0"/>
              </a:spcBef>
              <a:spcAft>
                <a:spcPts val="0"/>
              </a:spcAft>
              <a:buNone/>
              <a:defRPr sz="2200">
                <a:solidFill>
                  <a:schemeClr val="dk1"/>
                </a:solidFill>
              </a:defRPr>
            </a:lvl5pPr>
            <a:lvl6pPr lvl="5">
              <a:spcBef>
                <a:spcPts val="0"/>
              </a:spcBef>
              <a:spcAft>
                <a:spcPts val="0"/>
              </a:spcAft>
              <a:buNone/>
              <a:defRPr sz="2200">
                <a:solidFill>
                  <a:schemeClr val="dk1"/>
                </a:solidFill>
              </a:defRPr>
            </a:lvl6pPr>
            <a:lvl7pPr lvl="6">
              <a:spcBef>
                <a:spcPts val="0"/>
              </a:spcBef>
              <a:spcAft>
                <a:spcPts val="0"/>
              </a:spcAft>
              <a:buNone/>
              <a:defRPr sz="2200">
                <a:solidFill>
                  <a:schemeClr val="dk1"/>
                </a:solidFill>
              </a:defRPr>
            </a:lvl7pPr>
            <a:lvl8pPr lvl="7">
              <a:spcBef>
                <a:spcPts val="0"/>
              </a:spcBef>
              <a:spcAft>
                <a:spcPts val="0"/>
              </a:spcAft>
              <a:buNone/>
              <a:defRPr sz="2200">
                <a:solidFill>
                  <a:schemeClr val="dk1"/>
                </a:solidFill>
              </a:defRPr>
            </a:lvl8pPr>
            <a:lvl9pPr lvl="8">
              <a:spcBef>
                <a:spcPts val="0"/>
              </a:spcBef>
              <a:spcAft>
                <a:spcPts val="0"/>
              </a:spcAft>
              <a:buNone/>
              <a:defRPr sz="2200">
                <a:solidFill>
                  <a:schemeClr val="dk1"/>
                </a:solidFill>
              </a:defRPr>
            </a:lvl9pPr>
          </a:lstStyle>
          <a:p/>
        </p:txBody>
      </p:sp>
      <p:sp>
        <p:nvSpPr>
          <p:cNvPr id="163" name="Google Shape;163;p16"/>
          <p:cNvSpPr txBox="1"/>
          <p:nvPr>
            <p:ph idx="9" type="body"/>
          </p:nvPr>
        </p:nvSpPr>
        <p:spPr>
          <a:xfrm>
            <a:off x="4800825"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64" name="Google Shape;164;p16"/>
          <p:cNvSpPr txBox="1"/>
          <p:nvPr>
            <p:ph idx="13" type="body"/>
          </p:nvPr>
        </p:nvSpPr>
        <p:spPr>
          <a:xfrm>
            <a:off x="7115650"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65" name="Google Shape;165;p16"/>
          <p:cNvSpPr txBox="1"/>
          <p:nvPr>
            <p:ph idx="14" type="body"/>
          </p:nvPr>
        </p:nvSpPr>
        <p:spPr>
          <a:xfrm>
            <a:off x="4800825" y="8601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166" name="Shape 166"/>
        <p:cNvGrpSpPr/>
        <p:nvPr/>
      </p:nvGrpSpPr>
      <p:grpSpPr>
        <a:xfrm>
          <a:off x="0" y="0"/>
          <a:ext cx="0" cy="0"/>
          <a:chOff x="0" y="0"/>
          <a:chExt cx="0" cy="0"/>
        </a:xfrm>
      </p:grpSpPr>
      <p:sp>
        <p:nvSpPr>
          <p:cNvPr id="167" name="Google Shape;167;p1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68" name="Google Shape;168;p17"/>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69" name="Google Shape;169;p17"/>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0" name="Google Shape;170;p17"/>
          <p:cNvSpPr txBox="1"/>
          <p:nvPr>
            <p:ph idx="3" type="body"/>
          </p:nvPr>
        </p:nvSpPr>
        <p:spPr>
          <a:xfrm>
            <a:off x="4800825" y="3665600"/>
            <a:ext cx="39759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71" name="Google Shape;171;p17"/>
          <p:cNvSpPr txBox="1"/>
          <p:nvPr>
            <p:ph idx="4" type="subTitle"/>
          </p:nvPr>
        </p:nvSpPr>
        <p:spPr>
          <a:xfrm>
            <a:off x="4800825" y="3285232"/>
            <a:ext cx="39759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172" name="Google Shape;172;p17"/>
          <p:cNvSpPr txBox="1"/>
          <p:nvPr>
            <p:ph idx="5" type="body"/>
          </p:nvPr>
        </p:nvSpPr>
        <p:spPr>
          <a:xfrm>
            <a:off x="2611802" y="3665600"/>
            <a:ext cx="1627500" cy="1114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173" name="Google Shape;173;p17"/>
          <p:cNvSpPr txBox="1"/>
          <p:nvPr>
            <p:ph idx="6" type="subTitle"/>
          </p:nvPr>
        </p:nvSpPr>
        <p:spPr>
          <a:xfrm>
            <a:off x="2611802" y="3285232"/>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74" name="Google Shape;174;p17"/>
          <p:cNvSpPr txBox="1"/>
          <p:nvPr>
            <p:ph idx="7" type="body"/>
          </p:nvPr>
        </p:nvSpPr>
        <p:spPr>
          <a:xfrm>
            <a:off x="361977" y="3665600"/>
            <a:ext cx="16275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75" name="Google Shape;175;p17"/>
          <p:cNvSpPr txBox="1"/>
          <p:nvPr>
            <p:ph idx="8" type="subTitle"/>
          </p:nvPr>
        </p:nvSpPr>
        <p:spPr>
          <a:xfrm>
            <a:off x="361977" y="3285232"/>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176" name="Google Shape;176;p17"/>
          <p:cNvSpPr txBox="1"/>
          <p:nvPr>
            <p:ph idx="9" type="body"/>
          </p:nvPr>
        </p:nvSpPr>
        <p:spPr>
          <a:xfrm>
            <a:off x="490072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77" name="Google Shape;177;p17"/>
          <p:cNvSpPr txBox="1"/>
          <p:nvPr>
            <p:ph idx="13" type="subTitle"/>
          </p:nvPr>
        </p:nvSpPr>
        <p:spPr>
          <a:xfrm>
            <a:off x="4900725" y="706863"/>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178" name="Google Shape;178;p17"/>
          <p:cNvSpPr txBox="1"/>
          <p:nvPr>
            <p:ph idx="14" type="body"/>
          </p:nvPr>
        </p:nvSpPr>
        <p:spPr>
          <a:xfrm>
            <a:off x="714917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79" name="Google Shape;179;p17"/>
          <p:cNvSpPr txBox="1"/>
          <p:nvPr>
            <p:ph idx="15" type="subTitle"/>
          </p:nvPr>
        </p:nvSpPr>
        <p:spPr>
          <a:xfrm>
            <a:off x="7149175" y="706863"/>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80" name="Google Shape;180;p1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181" name="Shape 181"/>
        <p:cNvGrpSpPr/>
        <p:nvPr/>
      </p:nvGrpSpPr>
      <p:grpSpPr>
        <a:xfrm>
          <a:off x="0" y="0"/>
          <a:ext cx="0" cy="0"/>
          <a:chOff x="0" y="0"/>
          <a:chExt cx="0" cy="0"/>
        </a:xfrm>
      </p:grpSpPr>
      <p:sp>
        <p:nvSpPr>
          <p:cNvPr id="182" name="Google Shape;182;p1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3" name="Google Shape;183;p18"/>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4" name="Google Shape;184;p1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18"/>
          <p:cNvSpPr txBox="1"/>
          <p:nvPr>
            <p:ph type="title"/>
          </p:nvPr>
        </p:nvSpPr>
        <p:spPr>
          <a:xfrm>
            <a:off x="5796575" y="2351325"/>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solidFill>
                  <a:schemeClr val="dk1"/>
                </a:solidFill>
              </a:defRPr>
            </a:lvl1pPr>
            <a:lvl2pPr lvl="1">
              <a:lnSpc>
                <a:spcPct val="90000"/>
              </a:lnSpc>
              <a:spcBef>
                <a:spcPts val="0"/>
              </a:spcBef>
              <a:spcAft>
                <a:spcPts val="0"/>
              </a:spcAft>
              <a:buNone/>
              <a:defRPr sz="6200">
                <a:solidFill>
                  <a:schemeClr val="dk1"/>
                </a:solidFill>
              </a:defRPr>
            </a:lvl2pPr>
            <a:lvl3pPr lvl="2">
              <a:lnSpc>
                <a:spcPct val="90000"/>
              </a:lnSpc>
              <a:spcBef>
                <a:spcPts val="0"/>
              </a:spcBef>
              <a:spcAft>
                <a:spcPts val="0"/>
              </a:spcAft>
              <a:buNone/>
              <a:defRPr sz="6200">
                <a:solidFill>
                  <a:schemeClr val="dk1"/>
                </a:solidFill>
              </a:defRPr>
            </a:lvl3pPr>
            <a:lvl4pPr lvl="3">
              <a:lnSpc>
                <a:spcPct val="90000"/>
              </a:lnSpc>
              <a:spcBef>
                <a:spcPts val="0"/>
              </a:spcBef>
              <a:spcAft>
                <a:spcPts val="0"/>
              </a:spcAft>
              <a:buNone/>
              <a:defRPr sz="6200">
                <a:solidFill>
                  <a:schemeClr val="dk1"/>
                </a:solidFill>
              </a:defRPr>
            </a:lvl4pPr>
            <a:lvl5pPr lvl="4">
              <a:lnSpc>
                <a:spcPct val="90000"/>
              </a:lnSpc>
              <a:spcBef>
                <a:spcPts val="0"/>
              </a:spcBef>
              <a:spcAft>
                <a:spcPts val="0"/>
              </a:spcAft>
              <a:buNone/>
              <a:defRPr sz="6200">
                <a:solidFill>
                  <a:schemeClr val="dk1"/>
                </a:solidFill>
              </a:defRPr>
            </a:lvl5pPr>
            <a:lvl6pPr lvl="5">
              <a:lnSpc>
                <a:spcPct val="90000"/>
              </a:lnSpc>
              <a:spcBef>
                <a:spcPts val="0"/>
              </a:spcBef>
              <a:spcAft>
                <a:spcPts val="0"/>
              </a:spcAft>
              <a:buNone/>
              <a:defRPr sz="6200">
                <a:solidFill>
                  <a:schemeClr val="dk1"/>
                </a:solidFill>
              </a:defRPr>
            </a:lvl6pPr>
            <a:lvl7pPr lvl="6">
              <a:lnSpc>
                <a:spcPct val="90000"/>
              </a:lnSpc>
              <a:spcBef>
                <a:spcPts val="0"/>
              </a:spcBef>
              <a:spcAft>
                <a:spcPts val="0"/>
              </a:spcAft>
              <a:buNone/>
              <a:defRPr sz="6200">
                <a:solidFill>
                  <a:schemeClr val="dk1"/>
                </a:solidFill>
              </a:defRPr>
            </a:lvl7pPr>
            <a:lvl8pPr lvl="7">
              <a:lnSpc>
                <a:spcPct val="90000"/>
              </a:lnSpc>
              <a:spcBef>
                <a:spcPts val="0"/>
              </a:spcBef>
              <a:spcAft>
                <a:spcPts val="0"/>
              </a:spcAft>
              <a:buNone/>
              <a:defRPr sz="6200">
                <a:solidFill>
                  <a:schemeClr val="dk1"/>
                </a:solidFill>
              </a:defRPr>
            </a:lvl8pPr>
            <a:lvl9pPr lvl="8">
              <a:lnSpc>
                <a:spcPct val="90000"/>
              </a:lnSpc>
              <a:spcBef>
                <a:spcPts val="0"/>
              </a:spcBef>
              <a:spcAft>
                <a:spcPts val="0"/>
              </a:spcAft>
              <a:buNone/>
              <a:defRPr sz="6200">
                <a:solidFill>
                  <a:schemeClr val="dk1"/>
                </a:solidFill>
              </a:defRPr>
            </a:lvl9pPr>
          </a:lstStyle>
          <a:p/>
        </p:txBody>
      </p:sp>
      <p:sp>
        <p:nvSpPr>
          <p:cNvPr id="186" name="Google Shape;186;p18"/>
          <p:cNvSpPr txBox="1"/>
          <p:nvPr>
            <p:ph idx="3" type="title"/>
          </p:nvPr>
        </p:nvSpPr>
        <p:spPr>
          <a:xfrm>
            <a:off x="5796575" y="507450"/>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lvl1pPr>
            <a:lvl2pPr lvl="1">
              <a:lnSpc>
                <a:spcPct val="90000"/>
              </a:lnSpc>
              <a:spcBef>
                <a:spcPts val="0"/>
              </a:spcBef>
              <a:spcAft>
                <a:spcPts val="0"/>
              </a:spcAft>
              <a:buNone/>
              <a:defRPr sz="6200"/>
            </a:lvl2pPr>
            <a:lvl3pPr lvl="2">
              <a:lnSpc>
                <a:spcPct val="90000"/>
              </a:lnSpc>
              <a:spcBef>
                <a:spcPts val="0"/>
              </a:spcBef>
              <a:spcAft>
                <a:spcPts val="0"/>
              </a:spcAft>
              <a:buNone/>
              <a:defRPr sz="6200"/>
            </a:lvl3pPr>
            <a:lvl4pPr lvl="3">
              <a:lnSpc>
                <a:spcPct val="90000"/>
              </a:lnSpc>
              <a:spcBef>
                <a:spcPts val="0"/>
              </a:spcBef>
              <a:spcAft>
                <a:spcPts val="0"/>
              </a:spcAft>
              <a:buNone/>
              <a:defRPr sz="6200"/>
            </a:lvl4pPr>
            <a:lvl5pPr lvl="4">
              <a:lnSpc>
                <a:spcPct val="90000"/>
              </a:lnSpc>
              <a:spcBef>
                <a:spcPts val="0"/>
              </a:spcBef>
              <a:spcAft>
                <a:spcPts val="0"/>
              </a:spcAft>
              <a:buNone/>
              <a:defRPr sz="6200"/>
            </a:lvl5pPr>
            <a:lvl6pPr lvl="5">
              <a:lnSpc>
                <a:spcPct val="90000"/>
              </a:lnSpc>
              <a:spcBef>
                <a:spcPts val="0"/>
              </a:spcBef>
              <a:spcAft>
                <a:spcPts val="0"/>
              </a:spcAft>
              <a:buNone/>
              <a:defRPr sz="6200"/>
            </a:lvl6pPr>
            <a:lvl7pPr lvl="6">
              <a:lnSpc>
                <a:spcPct val="90000"/>
              </a:lnSpc>
              <a:spcBef>
                <a:spcPts val="0"/>
              </a:spcBef>
              <a:spcAft>
                <a:spcPts val="0"/>
              </a:spcAft>
              <a:buNone/>
              <a:defRPr sz="6200"/>
            </a:lvl7pPr>
            <a:lvl8pPr lvl="7">
              <a:lnSpc>
                <a:spcPct val="90000"/>
              </a:lnSpc>
              <a:spcBef>
                <a:spcPts val="0"/>
              </a:spcBef>
              <a:spcAft>
                <a:spcPts val="0"/>
              </a:spcAft>
              <a:buNone/>
              <a:defRPr sz="6200"/>
            </a:lvl8pPr>
            <a:lvl9pPr lvl="8">
              <a:lnSpc>
                <a:spcPct val="90000"/>
              </a:lnSpc>
              <a:spcBef>
                <a:spcPts val="0"/>
              </a:spcBef>
              <a:spcAft>
                <a:spcPts val="0"/>
              </a:spcAft>
              <a:buNone/>
              <a:defRPr sz="6200"/>
            </a:lvl9pPr>
          </a:lstStyle>
          <a:p/>
        </p:txBody>
      </p:sp>
      <p:sp>
        <p:nvSpPr>
          <p:cNvPr id="187" name="Google Shape;187;p18"/>
          <p:cNvSpPr txBox="1"/>
          <p:nvPr>
            <p:ph idx="4" type="subTitle"/>
          </p:nvPr>
        </p:nvSpPr>
        <p:spPr>
          <a:xfrm>
            <a:off x="5712600" y="4290612"/>
            <a:ext cx="2613300" cy="5439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188" name="Google Shape;188;p18"/>
          <p:cNvSpPr txBox="1"/>
          <p:nvPr>
            <p:ph idx="5" type="subTitle"/>
          </p:nvPr>
        </p:nvSpPr>
        <p:spPr>
          <a:xfrm>
            <a:off x="5712600" y="3243901"/>
            <a:ext cx="2613300" cy="4323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189" name="Google Shape;189;p18"/>
          <p:cNvSpPr txBox="1"/>
          <p:nvPr>
            <p:ph idx="6" type="subTitle"/>
          </p:nvPr>
        </p:nvSpPr>
        <p:spPr>
          <a:xfrm>
            <a:off x="5712600" y="1318375"/>
            <a:ext cx="2613300" cy="4830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190" name="Shape 190"/>
        <p:cNvGrpSpPr/>
        <p:nvPr/>
      </p:nvGrpSpPr>
      <p:grpSpPr>
        <a:xfrm>
          <a:off x="0" y="0"/>
          <a:ext cx="0" cy="0"/>
          <a:chOff x="0" y="0"/>
          <a:chExt cx="0" cy="0"/>
        </a:xfrm>
      </p:grpSpPr>
      <p:sp>
        <p:nvSpPr>
          <p:cNvPr id="191" name="Google Shape;191;p1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19"/>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3" name="Google Shape;193;p1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4" name="Google Shape;194;p19"/>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195" name="Shape 195"/>
        <p:cNvGrpSpPr/>
        <p:nvPr/>
      </p:nvGrpSpPr>
      <p:grpSpPr>
        <a:xfrm>
          <a:off x="0" y="0"/>
          <a:ext cx="0" cy="0"/>
          <a:chOff x="0" y="0"/>
          <a:chExt cx="0" cy="0"/>
        </a:xfrm>
      </p:grpSpPr>
      <p:sp>
        <p:nvSpPr>
          <p:cNvPr id="196" name="Google Shape;196;p20"/>
          <p:cNvSpPr/>
          <p:nvPr>
            <p:ph idx="2" type="pic"/>
          </p:nvPr>
        </p:nvSpPr>
        <p:spPr>
          <a:xfrm>
            <a:off x="6289075" y="1793300"/>
            <a:ext cx="2853300" cy="3350400"/>
          </a:xfrm>
          <a:prstGeom prst="rect">
            <a:avLst/>
          </a:prstGeom>
          <a:noFill/>
          <a:ln>
            <a:noFill/>
          </a:ln>
        </p:spPr>
      </p:sp>
      <p:sp>
        <p:nvSpPr>
          <p:cNvPr id="197" name="Google Shape;197;p20"/>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198" name="Google Shape;198;p20"/>
          <p:cNvSpPr txBox="1"/>
          <p:nvPr>
            <p:ph type="title"/>
          </p:nvPr>
        </p:nvSpPr>
        <p:spPr>
          <a:xfrm>
            <a:off x="361975" y="988550"/>
            <a:ext cx="5356800" cy="2255400"/>
          </a:xfrm>
          <a:prstGeom prst="rect">
            <a:avLst/>
          </a:prstGeom>
        </p:spPr>
        <p:txBody>
          <a:bodyPr anchorCtr="0" anchor="t" bIns="0" lIns="0" spcFirstLastPara="1" rIns="0" wrap="square" tIns="0">
            <a:noAutofit/>
          </a:bodyPr>
          <a:lstStyle>
            <a:lvl1pPr lvl="0">
              <a:spcBef>
                <a:spcPts val="0"/>
              </a:spcBef>
              <a:spcAft>
                <a:spcPts val="0"/>
              </a:spcAft>
              <a:buNone/>
              <a:defRPr sz="2200"/>
            </a:lvl1pPr>
            <a:lvl2pPr lvl="1">
              <a:spcBef>
                <a:spcPts val="0"/>
              </a:spcBef>
              <a:spcAft>
                <a:spcPts val="0"/>
              </a:spcAft>
              <a:buNone/>
              <a:defRPr sz="2200"/>
            </a:lvl2pPr>
            <a:lvl3pPr lvl="2">
              <a:spcBef>
                <a:spcPts val="0"/>
              </a:spcBef>
              <a:spcAft>
                <a:spcPts val="0"/>
              </a:spcAft>
              <a:buNone/>
              <a:defRPr sz="2200"/>
            </a:lvl3pPr>
            <a:lvl4pPr lvl="3">
              <a:spcBef>
                <a:spcPts val="0"/>
              </a:spcBef>
              <a:spcAft>
                <a:spcPts val="0"/>
              </a:spcAft>
              <a:buNone/>
              <a:defRPr sz="2200"/>
            </a:lvl4pPr>
            <a:lvl5pPr lvl="4">
              <a:spcBef>
                <a:spcPts val="0"/>
              </a:spcBef>
              <a:spcAft>
                <a:spcPts val="0"/>
              </a:spcAft>
              <a:buNone/>
              <a:defRPr sz="2200"/>
            </a:lvl5pPr>
            <a:lvl6pPr lvl="5">
              <a:spcBef>
                <a:spcPts val="0"/>
              </a:spcBef>
              <a:spcAft>
                <a:spcPts val="0"/>
              </a:spcAft>
              <a:buNone/>
              <a:defRPr sz="2200"/>
            </a:lvl6pPr>
            <a:lvl7pPr lvl="6">
              <a:spcBef>
                <a:spcPts val="0"/>
              </a:spcBef>
              <a:spcAft>
                <a:spcPts val="0"/>
              </a:spcAft>
              <a:buNone/>
              <a:defRPr sz="2200"/>
            </a:lvl7pPr>
            <a:lvl8pPr lvl="7">
              <a:spcBef>
                <a:spcPts val="0"/>
              </a:spcBef>
              <a:spcAft>
                <a:spcPts val="0"/>
              </a:spcAft>
              <a:buNone/>
              <a:defRPr sz="2200"/>
            </a:lvl8pPr>
            <a:lvl9pPr lvl="8">
              <a:spcBef>
                <a:spcPts val="0"/>
              </a:spcBef>
              <a:spcAft>
                <a:spcPts val="0"/>
              </a:spcAft>
              <a:buNone/>
              <a:defRPr sz="2200"/>
            </a:lvl9pPr>
          </a:lstStyle>
          <a:p/>
        </p:txBody>
      </p:sp>
      <p:sp>
        <p:nvSpPr>
          <p:cNvPr id="199" name="Google Shape;199;p20"/>
          <p:cNvSpPr txBox="1"/>
          <p:nvPr>
            <p:ph idx="1" type="body"/>
          </p:nvPr>
        </p:nvSpPr>
        <p:spPr>
          <a:xfrm>
            <a:off x="361975" y="3541582"/>
            <a:ext cx="3777000" cy="1044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00" name="Google Shape;200;p2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1" name="Google Shape;201;p20"/>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202" name="Shape 202"/>
        <p:cNvGrpSpPr/>
        <p:nvPr/>
      </p:nvGrpSpPr>
      <p:grpSpPr>
        <a:xfrm>
          <a:off x="0" y="0"/>
          <a:ext cx="0" cy="0"/>
          <a:chOff x="0" y="0"/>
          <a:chExt cx="0" cy="0"/>
        </a:xfrm>
      </p:grpSpPr>
      <p:sp>
        <p:nvSpPr>
          <p:cNvPr id="203" name="Google Shape;203;p2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4" name="Google Shape;204;p2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5" name="Google Shape;205;p21"/>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06" name="Google Shape;206;p21"/>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07" name="Google Shape;207;p21"/>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sz="2200"/>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08" name="Google Shape;208;p21"/>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209" name="Shape 209"/>
        <p:cNvGrpSpPr/>
        <p:nvPr/>
      </p:nvGrpSpPr>
      <p:grpSpPr>
        <a:xfrm>
          <a:off x="0" y="0"/>
          <a:ext cx="0" cy="0"/>
          <a:chOff x="0" y="0"/>
          <a:chExt cx="0" cy="0"/>
        </a:xfrm>
      </p:grpSpPr>
      <p:sp>
        <p:nvSpPr>
          <p:cNvPr id="210" name="Google Shape;210;p2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1" name="Google Shape;211;p2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 name="Google Shape;212;p22"/>
          <p:cNvSpPr txBox="1"/>
          <p:nvPr>
            <p:ph idx="2" type="subTitle"/>
          </p:nvPr>
        </p:nvSpPr>
        <p:spPr>
          <a:xfrm>
            <a:off x="3154650" y="1051772"/>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13" name="Google Shape;213;p22"/>
          <p:cNvSpPr txBox="1"/>
          <p:nvPr>
            <p:ph type="title"/>
          </p:nvPr>
        </p:nvSpPr>
        <p:spPr>
          <a:xfrm>
            <a:off x="3154650" y="1801500"/>
            <a:ext cx="5622000" cy="2832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lvl1pPr>
            <a:lvl2pPr lvl="1">
              <a:lnSpc>
                <a:spcPct val="90000"/>
              </a:lnSpc>
              <a:spcBef>
                <a:spcPts val="0"/>
              </a:spcBef>
              <a:spcAft>
                <a:spcPts val="0"/>
              </a:spcAft>
              <a:buNone/>
              <a:defRPr sz="2800"/>
            </a:lvl2pPr>
            <a:lvl3pPr lvl="2">
              <a:lnSpc>
                <a:spcPct val="90000"/>
              </a:lnSpc>
              <a:spcBef>
                <a:spcPts val="0"/>
              </a:spcBef>
              <a:spcAft>
                <a:spcPts val="0"/>
              </a:spcAft>
              <a:buNone/>
              <a:defRPr sz="2800"/>
            </a:lvl3pPr>
            <a:lvl4pPr lvl="3">
              <a:lnSpc>
                <a:spcPct val="90000"/>
              </a:lnSpc>
              <a:spcBef>
                <a:spcPts val="0"/>
              </a:spcBef>
              <a:spcAft>
                <a:spcPts val="0"/>
              </a:spcAft>
              <a:buNone/>
              <a:defRPr sz="2800"/>
            </a:lvl4pPr>
            <a:lvl5pPr lvl="4">
              <a:lnSpc>
                <a:spcPct val="90000"/>
              </a:lnSpc>
              <a:spcBef>
                <a:spcPts val="0"/>
              </a:spcBef>
              <a:spcAft>
                <a:spcPts val="0"/>
              </a:spcAft>
              <a:buNone/>
              <a:defRPr sz="2800"/>
            </a:lvl5pPr>
            <a:lvl6pPr lvl="5">
              <a:lnSpc>
                <a:spcPct val="90000"/>
              </a:lnSpc>
              <a:spcBef>
                <a:spcPts val="0"/>
              </a:spcBef>
              <a:spcAft>
                <a:spcPts val="0"/>
              </a:spcAft>
              <a:buNone/>
              <a:defRPr sz="2800"/>
            </a:lvl6pPr>
            <a:lvl7pPr lvl="6">
              <a:lnSpc>
                <a:spcPct val="90000"/>
              </a:lnSpc>
              <a:spcBef>
                <a:spcPts val="0"/>
              </a:spcBef>
              <a:spcAft>
                <a:spcPts val="0"/>
              </a:spcAft>
              <a:buNone/>
              <a:defRPr sz="2800"/>
            </a:lvl7pPr>
            <a:lvl8pPr lvl="7">
              <a:lnSpc>
                <a:spcPct val="90000"/>
              </a:lnSpc>
              <a:spcBef>
                <a:spcPts val="0"/>
              </a:spcBef>
              <a:spcAft>
                <a:spcPts val="0"/>
              </a:spcAft>
              <a:buNone/>
              <a:defRPr sz="2800"/>
            </a:lvl8pPr>
            <a:lvl9pPr lvl="8">
              <a:lnSpc>
                <a:spcPct val="90000"/>
              </a:lnSpc>
              <a:spcBef>
                <a:spcPts val="0"/>
              </a:spcBef>
              <a:spcAft>
                <a:spcPts val="0"/>
              </a:spcAft>
              <a:buNone/>
              <a:defRPr sz="2800"/>
            </a:lvl9pPr>
          </a:lstStyle>
          <a:p/>
        </p:txBody>
      </p:sp>
      <p:sp>
        <p:nvSpPr>
          <p:cNvPr id="214" name="Google Shape;214;p22"/>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215" name="Shape 215"/>
        <p:cNvGrpSpPr/>
        <p:nvPr/>
      </p:nvGrpSpPr>
      <p:grpSpPr>
        <a:xfrm>
          <a:off x="0" y="0"/>
          <a:ext cx="0" cy="0"/>
          <a:chOff x="0" y="0"/>
          <a:chExt cx="0" cy="0"/>
        </a:xfrm>
      </p:grpSpPr>
      <p:sp>
        <p:nvSpPr>
          <p:cNvPr id="216" name="Google Shape;216;p23"/>
          <p:cNvSpPr/>
          <p:nvPr>
            <p:ph idx="2" type="pic"/>
          </p:nvPr>
        </p:nvSpPr>
        <p:spPr>
          <a:xfrm>
            <a:off x="361975" y="781775"/>
            <a:ext cx="2872800" cy="3783300"/>
          </a:xfrm>
          <a:prstGeom prst="rect">
            <a:avLst/>
          </a:prstGeom>
          <a:noFill/>
          <a:ln>
            <a:noFill/>
          </a:ln>
        </p:spPr>
      </p:sp>
      <p:sp>
        <p:nvSpPr>
          <p:cNvPr id="217" name="Google Shape;217;p2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8" name="Google Shape;218;p2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9" name="Google Shape;219;p23"/>
          <p:cNvSpPr txBox="1"/>
          <p:nvPr>
            <p:ph idx="3" type="subTitle"/>
          </p:nvPr>
        </p:nvSpPr>
        <p:spPr>
          <a:xfrm>
            <a:off x="3657600" y="1051772"/>
            <a:ext cx="4163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20" name="Google Shape;220;p23"/>
          <p:cNvSpPr txBox="1"/>
          <p:nvPr>
            <p:ph type="title"/>
          </p:nvPr>
        </p:nvSpPr>
        <p:spPr>
          <a:xfrm>
            <a:off x="3657600" y="1555450"/>
            <a:ext cx="5622000" cy="1750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solidFill>
                  <a:schemeClr val="dk1"/>
                </a:solidFill>
              </a:defRPr>
            </a:lvl1pPr>
            <a:lvl2pPr lvl="1">
              <a:lnSpc>
                <a:spcPct val="90000"/>
              </a:lnSpc>
              <a:spcBef>
                <a:spcPts val="0"/>
              </a:spcBef>
              <a:spcAft>
                <a:spcPts val="0"/>
              </a:spcAft>
              <a:buNone/>
              <a:defRPr sz="2800">
                <a:solidFill>
                  <a:schemeClr val="dk1"/>
                </a:solidFill>
              </a:defRPr>
            </a:lvl2pPr>
            <a:lvl3pPr lvl="2">
              <a:lnSpc>
                <a:spcPct val="90000"/>
              </a:lnSpc>
              <a:spcBef>
                <a:spcPts val="0"/>
              </a:spcBef>
              <a:spcAft>
                <a:spcPts val="0"/>
              </a:spcAft>
              <a:buNone/>
              <a:defRPr sz="2800">
                <a:solidFill>
                  <a:schemeClr val="dk1"/>
                </a:solidFill>
              </a:defRPr>
            </a:lvl3pPr>
            <a:lvl4pPr lvl="3">
              <a:lnSpc>
                <a:spcPct val="90000"/>
              </a:lnSpc>
              <a:spcBef>
                <a:spcPts val="0"/>
              </a:spcBef>
              <a:spcAft>
                <a:spcPts val="0"/>
              </a:spcAft>
              <a:buNone/>
              <a:defRPr sz="2800">
                <a:solidFill>
                  <a:schemeClr val="dk1"/>
                </a:solidFill>
              </a:defRPr>
            </a:lvl4pPr>
            <a:lvl5pPr lvl="4">
              <a:lnSpc>
                <a:spcPct val="90000"/>
              </a:lnSpc>
              <a:spcBef>
                <a:spcPts val="0"/>
              </a:spcBef>
              <a:spcAft>
                <a:spcPts val="0"/>
              </a:spcAft>
              <a:buNone/>
              <a:defRPr sz="2800">
                <a:solidFill>
                  <a:schemeClr val="dk1"/>
                </a:solidFill>
              </a:defRPr>
            </a:lvl5pPr>
            <a:lvl6pPr lvl="5">
              <a:lnSpc>
                <a:spcPct val="90000"/>
              </a:lnSpc>
              <a:spcBef>
                <a:spcPts val="0"/>
              </a:spcBef>
              <a:spcAft>
                <a:spcPts val="0"/>
              </a:spcAft>
              <a:buNone/>
              <a:defRPr sz="2800">
                <a:solidFill>
                  <a:schemeClr val="dk1"/>
                </a:solidFill>
              </a:defRPr>
            </a:lvl6pPr>
            <a:lvl7pPr lvl="6">
              <a:lnSpc>
                <a:spcPct val="90000"/>
              </a:lnSpc>
              <a:spcBef>
                <a:spcPts val="0"/>
              </a:spcBef>
              <a:spcAft>
                <a:spcPts val="0"/>
              </a:spcAft>
              <a:buNone/>
              <a:defRPr sz="2800">
                <a:solidFill>
                  <a:schemeClr val="dk1"/>
                </a:solidFill>
              </a:defRPr>
            </a:lvl7pPr>
            <a:lvl8pPr lvl="7">
              <a:lnSpc>
                <a:spcPct val="90000"/>
              </a:lnSpc>
              <a:spcBef>
                <a:spcPts val="0"/>
              </a:spcBef>
              <a:spcAft>
                <a:spcPts val="0"/>
              </a:spcAft>
              <a:buNone/>
              <a:defRPr sz="2800">
                <a:solidFill>
                  <a:schemeClr val="dk1"/>
                </a:solidFill>
              </a:defRPr>
            </a:lvl8pPr>
            <a:lvl9pPr lvl="8">
              <a:lnSpc>
                <a:spcPct val="90000"/>
              </a:lnSpc>
              <a:spcBef>
                <a:spcPts val="0"/>
              </a:spcBef>
              <a:spcAft>
                <a:spcPts val="0"/>
              </a:spcAft>
              <a:buNone/>
              <a:defRPr sz="2800">
                <a:solidFill>
                  <a:schemeClr val="dk1"/>
                </a:solidFill>
              </a:defRPr>
            </a:lvl9pPr>
          </a:lstStyle>
          <a:p/>
        </p:txBody>
      </p:sp>
      <p:sp>
        <p:nvSpPr>
          <p:cNvPr id="221" name="Google Shape;221;p23"/>
          <p:cNvSpPr txBox="1"/>
          <p:nvPr>
            <p:ph idx="4" type="body"/>
          </p:nvPr>
        </p:nvSpPr>
        <p:spPr>
          <a:xfrm>
            <a:off x="3657600" y="3556575"/>
            <a:ext cx="3554400" cy="1029300"/>
          </a:xfrm>
          <a:prstGeom prst="rect">
            <a:avLst/>
          </a:prstGeom>
        </p:spPr>
        <p:txBody>
          <a:bodyPr anchorCtr="0" anchor="b" bIns="0" lIns="0" spcFirstLastPara="1" rIns="0" wrap="square" tIns="0">
            <a:sp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222" name="Shape 222"/>
        <p:cNvGrpSpPr/>
        <p:nvPr/>
      </p:nvGrpSpPr>
      <p:grpSpPr>
        <a:xfrm>
          <a:off x="0" y="0"/>
          <a:ext cx="0" cy="0"/>
          <a:chOff x="0" y="0"/>
          <a:chExt cx="0" cy="0"/>
        </a:xfrm>
      </p:grpSpPr>
      <p:pic>
        <p:nvPicPr>
          <p:cNvPr descr="The reflective glass facade of a skyscraper. " id="223" name="Google Shape;223;p24"/>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24" name="Google Shape;224;p2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2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p24"/>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a:buChar char="●"/>
              <a:defRPr sz="1000"/>
            </a:lvl1pPr>
            <a:lvl2pPr indent="-292100" lvl="1" marL="914400" algn="ctr">
              <a:spcBef>
                <a:spcPts val="800"/>
              </a:spcBef>
              <a:spcAft>
                <a:spcPts val="0"/>
              </a:spcAft>
              <a:buClr>
                <a:schemeClr val="lt1"/>
              </a:buClr>
              <a:buSzPts val="1000"/>
              <a:buFont typeface="DM Sans"/>
              <a:buChar char="○"/>
              <a:defRPr sz="1000"/>
            </a:lvl2pPr>
            <a:lvl3pPr indent="-292100" lvl="2" marL="1371600" algn="ctr">
              <a:spcBef>
                <a:spcPts val="800"/>
              </a:spcBef>
              <a:spcAft>
                <a:spcPts val="0"/>
              </a:spcAft>
              <a:buClr>
                <a:schemeClr val="lt1"/>
              </a:buClr>
              <a:buSzPts val="1000"/>
              <a:buFont typeface="DM Sans"/>
              <a:buChar char="■"/>
              <a:defRPr sz="1000"/>
            </a:lvl3pPr>
            <a:lvl4pPr indent="-292100" lvl="3" marL="1828800" algn="ctr">
              <a:spcBef>
                <a:spcPts val="800"/>
              </a:spcBef>
              <a:spcAft>
                <a:spcPts val="0"/>
              </a:spcAft>
              <a:buClr>
                <a:schemeClr val="lt1"/>
              </a:buClr>
              <a:buSzPts val="1000"/>
              <a:buFont typeface="DM Sans"/>
              <a:buChar char="●"/>
              <a:defRPr sz="1000"/>
            </a:lvl4pPr>
            <a:lvl5pPr indent="-292100" lvl="4" marL="2286000" algn="ctr">
              <a:spcBef>
                <a:spcPts val="800"/>
              </a:spcBef>
              <a:spcAft>
                <a:spcPts val="0"/>
              </a:spcAft>
              <a:buClr>
                <a:schemeClr val="lt1"/>
              </a:buClr>
              <a:buSzPts val="1000"/>
              <a:buFont typeface="DM Sans"/>
              <a:buChar char="○"/>
              <a:defRPr sz="1000"/>
            </a:lvl5pPr>
            <a:lvl6pPr indent="-292100" lvl="5" marL="2743200" algn="ctr">
              <a:spcBef>
                <a:spcPts val="800"/>
              </a:spcBef>
              <a:spcAft>
                <a:spcPts val="0"/>
              </a:spcAft>
              <a:buClr>
                <a:schemeClr val="lt1"/>
              </a:buClr>
              <a:buSzPts val="1000"/>
              <a:buFont typeface="DM Sans"/>
              <a:buChar char="■"/>
              <a:defRPr sz="1000"/>
            </a:lvl6pPr>
            <a:lvl7pPr indent="-292100" lvl="6" marL="3200400" algn="ctr">
              <a:spcBef>
                <a:spcPts val="800"/>
              </a:spcBef>
              <a:spcAft>
                <a:spcPts val="0"/>
              </a:spcAft>
              <a:buClr>
                <a:schemeClr val="lt1"/>
              </a:buClr>
              <a:buSzPts val="1000"/>
              <a:buFont typeface="DM Sans"/>
              <a:buChar char="●"/>
              <a:defRPr sz="1000"/>
            </a:lvl7pPr>
            <a:lvl8pPr indent="-292100" lvl="7" marL="3657600" algn="ctr">
              <a:spcBef>
                <a:spcPts val="800"/>
              </a:spcBef>
              <a:spcAft>
                <a:spcPts val="0"/>
              </a:spcAft>
              <a:buClr>
                <a:schemeClr val="lt1"/>
              </a:buClr>
              <a:buSzPts val="1000"/>
              <a:buFont typeface="DM Sans"/>
              <a:buChar char="○"/>
              <a:defRPr sz="1000"/>
            </a:lvl8pPr>
            <a:lvl9pPr indent="-292100" lvl="8" marL="4114800" algn="ctr">
              <a:spcBef>
                <a:spcPts val="800"/>
              </a:spcBef>
              <a:spcAft>
                <a:spcPts val="800"/>
              </a:spcAft>
              <a:buClr>
                <a:schemeClr val="lt1"/>
              </a:buClr>
              <a:buSzPts val="1000"/>
              <a:buFont typeface="DM Sans"/>
              <a:buChar char="■"/>
              <a:defRPr sz="1000"/>
            </a:lvl9pPr>
          </a:lstStyle>
          <a:p/>
        </p:txBody>
      </p:sp>
      <p:sp>
        <p:nvSpPr>
          <p:cNvPr id="227" name="Google Shape;227;p24"/>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28" name="Google Shape;228;p24"/>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29" name="Google Shape;229;p24"/>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230" name="Shape 230"/>
        <p:cNvGrpSpPr/>
        <p:nvPr/>
      </p:nvGrpSpPr>
      <p:grpSpPr>
        <a:xfrm>
          <a:off x="0" y="0"/>
          <a:ext cx="0" cy="0"/>
          <a:chOff x="0" y="0"/>
          <a:chExt cx="0" cy="0"/>
        </a:xfrm>
      </p:grpSpPr>
      <p:pic>
        <p:nvPicPr>
          <p:cNvPr descr="A modern glass skyscraper. " id="231" name="Google Shape;231;p25"/>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32" name="Google Shape;232;p2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2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4" name="Google Shape;234;p25"/>
          <p:cNvSpPr txBox="1"/>
          <p:nvPr>
            <p:ph idx="2"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35" name="Google Shape;235;p25"/>
          <p:cNvSpPr txBox="1"/>
          <p:nvPr>
            <p:ph type="title"/>
          </p:nvPr>
        </p:nvSpPr>
        <p:spPr>
          <a:xfrm>
            <a:off x="1128900" y="1430400"/>
            <a:ext cx="6886200" cy="2282700"/>
          </a:xfrm>
          <a:prstGeom prst="rect">
            <a:avLst/>
          </a:prstGeom>
        </p:spPr>
        <p:txBody>
          <a:bodyPr anchorCtr="0" anchor="ctr" bIns="0" lIns="0" spcFirstLastPara="1" rIns="0" wrap="square" tIns="0">
            <a:noAutofit/>
          </a:bodyPr>
          <a:lstStyle>
            <a:lvl1pPr lvl="0" algn="ctr">
              <a:spcBef>
                <a:spcPts val="0"/>
              </a:spcBef>
              <a:spcAft>
                <a:spcPts val="0"/>
              </a:spcAft>
              <a:buNone/>
              <a:defRPr sz="2800"/>
            </a:lvl1pPr>
            <a:lvl2pPr lvl="1" algn="ctr">
              <a:lnSpc>
                <a:spcPct val="115000"/>
              </a:lnSpc>
              <a:spcBef>
                <a:spcPts val="0"/>
              </a:spcBef>
              <a:spcAft>
                <a:spcPts val="0"/>
              </a:spcAft>
              <a:buNone/>
              <a:defRPr/>
            </a:lvl2pPr>
            <a:lvl3pPr lvl="2" algn="ctr">
              <a:lnSpc>
                <a:spcPct val="115000"/>
              </a:lnSpc>
              <a:spcBef>
                <a:spcPts val="0"/>
              </a:spcBef>
              <a:spcAft>
                <a:spcPts val="0"/>
              </a:spcAft>
              <a:buNone/>
              <a:defRPr/>
            </a:lvl3pPr>
            <a:lvl4pPr lvl="3" algn="ctr">
              <a:lnSpc>
                <a:spcPct val="115000"/>
              </a:lnSpc>
              <a:spcBef>
                <a:spcPts val="0"/>
              </a:spcBef>
              <a:spcAft>
                <a:spcPts val="0"/>
              </a:spcAft>
              <a:buNone/>
              <a:defRPr/>
            </a:lvl4pPr>
            <a:lvl5pPr lvl="4" algn="ctr">
              <a:lnSpc>
                <a:spcPct val="115000"/>
              </a:lnSpc>
              <a:spcBef>
                <a:spcPts val="0"/>
              </a:spcBef>
              <a:spcAft>
                <a:spcPts val="0"/>
              </a:spcAft>
              <a:buNone/>
              <a:defRPr/>
            </a:lvl5pPr>
            <a:lvl6pPr lvl="5" algn="ctr">
              <a:lnSpc>
                <a:spcPct val="115000"/>
              </a:lnSpc>
              <a:spcBef>
                <a:spcPts val="0"/>
              </a:spcBef>
              <a:spcAft>
                <a:spcPts val="0"/>
              </a:spcAft>
              <a:buNone/>
              <a:defRPr/>
            </a:lvl6pPr>
            <a:lvl7pPr lvl="6" algn="ctr">
              <a:lnSpc>
                <a:spcPct val="115000"/>
              </a:lnSpc>
              <a:spcBef>
                <a:spcPts val="0"/>
              </a:spcBef>
              <a:spcAft>
                <a:spcPts val="0"/>
              </a:spcAft>
              <a:buNone/>
              <a:defRPr/>
            </a:lvl7pPr>
            <a:lvl8pPr lvl="7" algn="ctr">
              <a:lnSpc>
                <a:spcPct val="115000"/>
              </a:lnSpc>
              <a:spcBef>
                <a:spcPts val="0"/>
              </a:spcBef>
              <a:spcAft>
                <a:spcPts val="0"/>
              </a:spcAft>
              <a:buNone/>
              <a:defRPr/>
            </a:lvl8pPr>
            <a:lvl9pPr lvl="8" algn="ctr">
              <a:lnSpc>
                <a:spcPct val="115000"/>
              </a:lnSpc>
              <a:spcBef>
                <a:spcPts val="0"/>
              </a:spcBef>
              <a:spcAft>
                <a:spcPts val="0"/>
              </a:spcAft>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236" name="Shape 236"/>
        <p:cNvGrpSpPr/>
        <p:nvPr/>
      </p:nvGrpSpPr>
      <p:grpSpPr>
        <a:xfrm>
          <a:off x="0" y="0"/>
          <a:ext cx="0" cy="0"/>
          <a:chOff x="0" y="0"/>
          <a:chExt cx="0" cy="0"/>
        </a:xfrm>
      </p:grpSpPr>
      <p:cxnSp>
        <p:nvCxnSpPr>
          <p:cNvPr id="237" name="Google Shape;237;p26"/>
          <p:cNvCxnSpPr/>
          <p:nvPr/>
        </p:nvCxnSpPr>
        <p:spPr>
          <a:xfrm>
            <a:off x="6096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38" name="Google Shape;238;p26"/>
          <p:cNvCxnSpPr/>
          <p:nvPr/>
        </p:nvCxnSpPr>
        <p:spPr>
          <a:xfrm>
            <a:off x="3048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39" name="Google Shape;239;p26"/>
          <p:cNvCxnSpPr/>
          <p:nvPr/>
        </p:nvCxnSpPr>
        <p:spPr>
          <a:xfrm>
            <a:off x="50" y="3174279"/>
            <a:ext cx="9144000" cy="0"/>
          </a:xfrm>
          <a:prstGeom prst="straightConnector1">
            <a:avLst/>
          </a:prstGeom>
          <a:noFill/>
          <a:ln cap="flat" cmpd="sng" w="19050">
            <a:solidFill>
              <a:schemeClr val="lt1"/>
            </a:solidFill>
            <a:prstDash val="solid"/>
            <a:round/>
            <a:headEnd len="med" w="med" type="none"/>
            <a:tailEnd len="med" w="med" type="none"/>
          </a:ln>
        </p:spPr>
      </p:cxnSp>
      <p:sp>
        <p:nvSpPr>
          <p:cNvPr id="240" name="Google Shape;240;p26"/>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41" name="Google Shape;241;p26"/>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2" name="Google Shape;242;p2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3" name="Google Shape;243;p26"/>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4" name="Google Shape;244;p26"/>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45" name="Google Shape;245;p26"/>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46" name="Google Shape;246;p26"/>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7" name="Google Shape;247;p26"/>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48" name="Google Shape;248;p26"/>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9" name="Google Shape;249;p26"/>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50" name="Google Shape;250;p26"/>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51" name="Google Shape;251;p26"/>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52" name="Google Shape;252;p26"/>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53" name="Google Shape;253;p26"/>
          <p:cNvSpPr txBox="1"/>
          <p:nvPr>
            <p:ph idx="15" type="subTitle"/>
          </p:nvPr>
        </p:nvSpPr>
        <p:spPr>
          <a:xfrm>
            <a:off x="646047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54" name="Google Shape;254;p26"/>
          <p:cNvSpPr txBox="1"/>
          <p:nvPr>
            <p:ph idx="16" type="subTitle"/>
          </p:nvPr>
        </p:nvSpPr>
        <p:spPr>
          <a:xfrm>
            <a:off x="645925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255" name="Shape 255"/>
        <p:cNvGrpSpPr/>
        <p:nvPr/>
      </p:nvGrpSpPr>
      <p:grpSpPr>
        <a:xfrm>
          <a:off x="0" y="0"/>
          <a:ext cx="0" cy="0"/>
          <a:chOff x="0" y="0"/>
          <a:chExt cx="0" cy="0"/>
        </a:xfrm>
      </p:grpSpPr>
      <p:sp>
        <p:nvSpPr>
          <p:cNvPr id="256" name="Google Shape;256;p27"/>
          <p:cNvSpPr txBox="1"/>
          <p:nvPr>
            <p:ph idx="1" type="subTitle"/>
          </p:nvPr>
        </p:nvSpPr>
        <p:spPr>
          <a:xfrm>
            <a:off x="742900" y="2158550"/>
            <a:ext cx="3213000" cy="138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57" name="Google Shape;257;p27"/>
          <p:cNvSpPr txBox="1"/>
          <p:nvPr>
            <p:ph idx="2" type="body"/>
          </p:nvPr>
        </p:nvSpPr>
        <p:spPr>
          <a:xfrm>
            <a:off x="742900" y="2381875"/>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58" name="Google Shape;258;p27"/>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259" name="Google Shape;259;p27"/>
          <p:cNvSpPr txBox="1"/>
          <p:nvPr>
            <p:ph type="title"/>
          </p:nvPr>
        </p:nvSpPr>
        <p:spPr>
          <a:xfrm>
            <a:off x="361975" y="988550"/>
            <a:ext cx="4297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60" name="Google Shape;260;p27"/>
          <p:cNvSpPr txBox="1"/>
          <p:nvPr>
            <p:ph idx="4"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 name="Google Shape;261;p2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2" name="Google Shape;262;p27"/>
          <p:cNvSpPr txBox="1"/>
          <p:nvPr>
            <p:ph idx="5"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3" name="Google Shape;263;p27"/>
          <p:cNvSpPr txBox="1"/>
          <p:nvPr>
            <p:ph idx="6" type="subTitle"/>
          </p:nvPr>
        </p:nvSpPr>
        <p:spPr>
          <a:xfrm>
            <a:off x="5785175" y="3335324"/>
            <a:ext cx="299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4" name="Google Shape;264;p27"/>
          <p:cNvSpPr txBox="1"/>
          <p:nvPr>
            <p:ph idx="7" type="subTitle"/>
          </p:nvPr>
        </p:nvSpPr>
        <p:spPr>
          <a:xfrm>
            <a:off x="742900" y="3910855"/>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65" name="Google Shape;265;p27"/>
          <p:cNvSpPr txBox="1"/>
          <p:nvPr>
            <p:ph idx="8" type="body"/>
          </p:nvPr>
        </p:nvSpPr>
        <p:spPr>
          <a:xfrm>
            <a:off x="742900" y="4134180"/>
            <a:ext cx="3213000" cy="461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66" name="Google Shape;266;p27"/>
          <p:cNvSpPr txBox="1"/>
          <p:nvPr>
            <p:ph idx="9" type="subTitle"/>
          </p:nvPr>
        </p:nvSpPr>
        <p:spPr>
          <a:xfrm>
            <a:off x="742900" y="3050778"/>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67" name="Google Shape;267;p27"/>
          <p:cNvSpPr txBox="1"/>
          <p:nvPr>
            <p:ph idx="13" type="body"/>
          </p:nvPr>
        </p:nvSpPr>
        <p:spPr>
          <a:xfrm>
            <a:off x="742900" y="3274103"/>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68" name="Google Shape;268;p27"/>
          <p:cNvSpPr txBox="1"/>
          <p:nvPr>
            <p:ph idx="14" type="body"/>
          </p:nvPr>
        </p:nvSpPr>
        <p:spPr>
          <a:xfrm>
            <a:off x="5785175" y="4134175"/>
            <a:ext cx="2991600" cy="4617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269" name="Shape 269"/>
        <p:cNvGrpSpPr/>
        <p:nvPr/>
      </p:nvGrpSpPr>
      <p:grpSpPr>
        <a:xfrm>
          <a:off x="0" y="0"/>
          <a:ext cx="0" cy="0"/>
          <a:chOff x="0" y="0"/>
          <a:chExt cx="0" cy="0"/>
        </a:xfrm>
      </p:grpSpPr>
      <p:sp>
        <p:nvSpPr>
          <p:cNvPr id="270" name="Google Shape;270;p28"/>
          <p:cNvSpPr/>
          <p:nvPr>
            <p:ph idx="2" type="pic"/>
          </p:nvPr>
        </p:nvSpPr>
        <p:spPr>
          <a:xfrm>
            <a:off x="75" y="0"/>
            <a:ext cx="2853300" cy="2436600"/>
          </a:xfrm>
          <a:prstGeom prst="rect">
            <a:avLst/>
          </a:prstGeom>
          <a:noFill/>
          <a:ln>
            <a:noFill/>
          </a:ln>
        </p:spPr>
      </p:sp>
      <p:sp>
        <p:nvSpPr>
          <p:cNvPr id="271" name="Google Shape;271;p2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2" name="Google Shape;272;p28"/>
          <p:cNvSpPr txBox="1"/>
          <p:nvPr>
            <p:ph idx="1" type="subTitle"/>
          </p:nvPr>
        </p:nvSpPr>
        <p:spPr>
          <a:xfrm>
            <a:off x="361975" y="2614325"/>
            <a:ext cx="206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273" name="Shape 273"/>
        <p:cNvGrpSpPr/>
        <p:nvPr/>
      </p:nvGrpSpPr>
      <p:grpSpPr>
        <a:xfrm>
          <a:off x="0" y="0"/>
          <a:ext cx="0" cy="0"/>
          <a:chOff x="0" y="0"/>
          <a:chExt cx="0" cy="0"/>
        </a:xfrm>
      </p:grpSpPr>
      <p:sp>
        <p:nvSpPr>
          <p:cNvPr id="274" name="Google Shape;274;p29"/>
          <p:cNvSpPr txBox="1"/>
          <p:nvPr>
            <p:ph idx="1" type="body"/>
          </p:nvPr>
        </p:nvSpPr>
        <p:spPr>
          <a:xfrm>
            <a:off x="3528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5" name="Google Shape;275;p29"/>
          <p:cNvSpPr txBox="1"/>
          <p:nvPr>
            <p:ph idx="2" type="body"/>
          </p:nvPr>
        </p:nvSpPr>
        <p:spPr>
          <a:xfrm>
            <a:off x="7187875"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6" name="Google Shape;276;p29"/>
          <p:cNvSpPr txBox="1"/>
          <p:nvPr>
            <p:ph idx="3" type="body"/>
          </p:nvPr>
        </p:nvSpPr>
        <p:spPr>
          <a:xfrm>
            <a:off x="49244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7" name="Google Shape;277;p29"/>
          <p:cNvSpPr txBox="1"/>
          <p:nvPr>
            <p:ph idx="4" type="body"/>
          </p:nvPr>
        </p:nvSpPr>
        <p:spPr>
          <a:xfrm>
            <a:off x="2643063"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8" name="Google Shape;278;p29"/>
          <p:cNvSpPr/>
          <p:nvPr>
            <p:ph idx="5" type="pic"/>
          </p:nvPr>
        </p:nvSpPr>
        <p:spPr>
          <a:xfrm>
            <a:off x="2941550" y="1923334"/>
            <a:ext cx="991800" cy="991800"/>
          </a:xfrm>
          <a:prstGeom prst="rect">
            <a:avLst/>
          </a:prstGeom>
          <a:noFill/>
          <a:ln>
            <a:noFill/>
          </a:ln>
        </p:spPr>
      </p:sp>
      <p:sp>
        <p:nvSpPr>
          <p:cNvPr id="279" name="Google Shape;279;p29"/>
          <p:cNvSpPr/>
          <p:nvPr>
            <p:ph idx="6" type="pic"/>
          </p:nvPr>
        </p:nvSpPr>
        <p:spPr>
          <a:xfrm>
            <a:off x="5227063" y="1923334"/>
            <a:ext cx="991800" cy="991800"/>
          </a:xfrm>
          <a:prstGeom prst="rect">
            <a:avLst/>
          </a:prstGeom>
          <a:noFill/>
          <a:ln>
            <a:noFill/>
          </a:ln>
        </p:spPr>
      </p:sp>
      <p:sp>
        <p:nvSpPr>
          <p:cNvPr id="280" name="Google Shape;280;p29"/>
          <p:cNvSpPr/>
          <p:nvPr>
            <p:ph idx="7" type="pic"/>
          </p:nvPr>
        </p:nvSpPr>
        <p:spPr>
          <a:xfrm>
            <a:off x="7495263" y="1923334"/>
            <a:ext cx="991800" cy="991800"/>
          </a:xfrm>
          <a:prstGeom prst="rect">
            <a:avLst/>
          </a:prstGeom>
          <a:noFill/>
          <a:ln>
            <a:noFill/>
          </a:ln>
        </p:spPr>
      </p:sp>
      <p:cxnSp>
        <p:nvCxnSpPr>
          <p:cNvPr id="281" name="Google Shape;281;p29"/>
          <p:cNvCxnSpPr/>
          <p:nvPr/>
        </p:nvCxnSpPr>
        <p:spPr>
          <a:xfrm>
            <a:off x="22861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282" name="Google Shape;282;p29"/>
          <p:cNvCxnSpPr/>
          <p:nvPr/>
        </p:nvCxnSpPr>
        <p:spPr>
          <a:xfrm>
            <a:off x="45805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283" name="Google Shape;283;p29"/>
          <p:cNvCxnSpPr/>
          <p:nvPr/>
        </p:nvCxnSpPr>
        <p:spPr>
          <a:xfrm>
            <a:off x="6857075" y="1801500"/>
            <a:ext cx="0" cy="3342000"/>
          </a:xfrm>
          <a:prstGeom prst="straightConnector1">
            <a:avLst/>
          </a:prstGeom>
          <a:noFill/>
          <a:ln cap="flat" cmpd="sng" w="19050">
            <a:solidFill>
              <a:schemeClr val="lt1"/>
            </a:solidFill>
            <a:prstDash val="solid"/>
            <a:round/>
            <a:headEnd len="med" w="med" type="none"/>
            <a:tailEnd len="med" w="med" type="none"/>
          </a:ln>
        </p:spPr>
      </p:cxnSp>
      <p:sp>
        <p:nvSpPr>
          <p:cNvPr id="284" name="Google Shape;284;p29"/>
          <p:cNvSpPr/>
          <p:nvPr>
            <p:ph idx="8" type="pic"/>
          </p:nvPr>
        </p:nvSpPr>
        <p:spPr>
          <a:xfrm>
            <a:off x="651288" y="1923334"/>
            <a:ext cx="991800" cy="991800"/>
          </a:xfrm>
          <a:prstGeom prst="rect">
            <a:avLst/>
          </a:prstGeom>
          <a:noFill/>
          <a:ln>
            <a:noFill/>
          </a:ln>
        </p:spPr>
      </p:sp>
      <p:sp>
        <p:nvSpPr>
          <p:cNvPr id="285" name="Google Shape;285;p29"/>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86" name="Google Shape;286;p2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7" name="Google Shape;287;p29"/>
          <p:cNvSpPr txBox="1"/>
          <p:nvPr>
            <p:ph idx="9"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88" name="Google Shape;288;p29"/>
          <p:cNvSpPr txBox="1"/>
          <p:nvPr>
            <p:ph idx="13" type="subTitle"/>
          </p:nvPr>
        </p:nvSpPr>
        <p:spPr>
          <a:xfrm>
            <a:off x="3532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89" name="Google Shape;289;p29"/>
          <p:cNvSpPr txBox="1"/>
          <p:nvPr>
            <p:ph idx="14" type="subTitle"/>
          </p:nvPr>
        </p:nvSpPr>
        <p:spPr>
          <a:xfrm>
            <a:off x="3532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0" name="Google Shape;290;p29"/>
          <p:cNvSpPr txBox="1"/>
          <p:nvPr>
            <p:ph idx="15" type="subTitle"/>
          </p:nvPr>
        </p:nvSpPr>
        <p:spPr>
          <a:xfrm>
            <a:off x="3532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1" name="Google Shape;291;p29"/>
          <p:cNvSpPr txBox="1"/>
          <p:nvPr>
            <p:ph idx="16" type="subTitle"/>
          </p:nvPr>
        </p:nvSpPr>
        <p:spPr>
          <a:xfrm>
            <a:off x="7188325"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92" name="Google Shape;292;p29"/>
          <p:cNvSpPr txBox="1"/>
          <p:nvPr>
            <p:ph idx="17" type="subTitle"/>
          </p:nvPr>
        </p:nvSpPr>
        <p:spPr>
          <a:xfrm>
            <a:off x="7188325"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3" name="Google Shape;293;p29"/>
          <p:cNvSpPr txBox="1"/>
          <p:nvPr>
            <p:ph idx="18" type="subTitle"/>
          </p:nvPr>
        </p:nvSpPr>
        <p:spPr>
          <a:xfrm>
            <a:off x="7188325"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4" name="Google Shape;294;p29"/>
          <p:cNvSpPr txBox="1"/>
          <p:nvPr>
            <p:ph idx="19" type="subTitle"/>
          </p:nvPr>
        </p:nvSpPr>
        <p:spPr>
          <a:xfrm>
            <a:off x="49248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95" name="Google Shape;295;p29"/>
          <p:cNvSpPr txBox="1"/>
          <p:nvPr>
            <p:ph idx="20" type="subTitle"/>
          </p:nvPr>
        </p:nvSpPr>
        <p:spPr>
          <a:xfrm>
            <a:off x="49248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6" name="Google Shape;296;p29"/>
          <p:cNvSpPr txBox="1"/>
          <p:nvPr>
            <p:ph idx="21" type="subTitle"/>
          </p:nvPr>
        </p:nvSpPr>
        <p:spPr>
          <a:xfrm>
            <a:off x="49248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7" name="Google Shape;297;p29"/>
          <p:cNvSpPr txBox="1"/>
          <p:nvPr>
            <p:ph idx="22" type="subTitle"/>
          </p:nvPr>
        </p:nvSpPr>
        <p:spPr>
          <a:xfrm>
            <a:off x="2643513"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98" name="Google Shape;298;p29"/>
          <p:cNvSpPr txBox="1"/>
          <p:nvPr>
            <p:ph idx="23" type="subTitle"/>
          </p:nvPr>
        </p:nvSpPr>
        <p:spPr>
          <a:xfrm>
            <a:off x="2643513"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9" name="Google Shape;299;p29"/>
          <p:cNvSpPr txBox="1"/>
          <p:nvPr>
            <p:ph idx="24" type="subTitle"/>
          </p:nvPr>
        </p:nvSpPr>
        <p:spPr>
          <a:xfrm>
            <a:off x="2643513"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300" name="Shape 300"/>
        <p:cNvGrpSpPr/>
        <p:nvPr/>
      </p:nvGrpSpPr>
      <p:grpSpPr>
        <a:xfrm>
          <a:off x="0" y="0"/>
          <a:ext cx="0" cy="0"/>
          <a:chOff x="0" y="0"/>
          <a:chExt cx="0" cy="0"/>
        </a:xfrm>
      </p:grpSpPr>
      <p:sp>
        <p:nvSpPr>
          <p:cNvPr id="301" name="Google Shape;301;p30"/>
          <p:cNvSpPr txBox="1"/>
          <p:nvPr>
            <p:ph idx="1" type="subTitle"/>
          </p:nvPr>
        </p:nvSpPr>
        <p:spPr>
          <a:xfrm>
            <a:off x="675060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02" name="Google Shape;302;p30"/>
          <p:cNvSpPr txBox="1"/>
          <p:nvPr>
            <p:ph idx="2" type="subTitle"/>
          </p:nvPr>
        </p:nvSpPr>
        <p:spPr>
          <a:xfrm>
            <a:off x="675060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3" name="Google Shape;303;p30"/>
          <p:cNvSpPr txBox="1"/>
          <p:nvPr>
            <p:ph idx="3" type="subTitle"/>
          </p:nvPr>
        </p:nvSpPr>
        <p:spPr>
          <a:xfrm>
            <a:off x="675060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04" name="Google Shape;304;p30"/>
          <p:cNvSpPr/>
          <p:nvPr>
            <p:ph idx="4" type="pic"/>
          </p:nvPr>
        </p:nvSpPr>
        <p:spPr>
          <a:xfrm>
            <a:off x="6080709" y="1066100"/>
            <a:ext cx="530400" cy="530400"/>
          </a:xfrm>
          <a:prstGeom prst="rect">
            <a:avLst/>
          </a:prstGeom>
          <a:noFill/>
          <a:ln>
            <a:noFill/>
          </a:ln>
        </p:spPr>
      </p:sp>
      <p:sp>
        <p:nvSpPr>
          <p:cNvPr id="305" name="Google Shape;305;p30"/>
          <p:cNvSpPr txBox="1"/>
          <p:nvPr>
            <p:ph idx="5" type="subTitle"/>
          </p:nvPr>
        </p:nvSpPr>
        <p:spPr>
          <a:xfrm>
            <a:off x="382455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06" name="Google Shape;306;p30"/>
          <p:cNvSpPr txBox="1"/>
          <p:nvPr>
            <p:ph idx="6" type="subTitle"/>
          </p:nvPr>
        </p:nvSpPr>
        <p:spPr>
          <a:xfrm>
            <a:off x="382455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7" name="Google Shape;307;p30"/>
          <p:cNvSpPr txBox="1"/>
          <p:nvPr>
            <p:ph idx="7" type="subTitle"/>
          </p:nvPr>
        </p:nvSpPr>
        <p:spPr>
          <a:xfrm>
            <a:off x="382455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08" name="Google Shape;308;p30"/>
          <p:cNvSpPr/>
          <p:nvPr>
            <p:ph idx="8" type="pic"/>
          </p:nvPr>
        </p:nvSpPr>
        <p:spPr>
          <a:xfrm>
            <a:off x="3154659" y="1066100"/>
            <a:ext cx="530400" cy="530400"/>
          </a:xfrm>
          <a:prstGeom prst="rect">
            <a:avLst/>
          </a:prstGeom>
          <a:noFill/>
          <a:ln>
            <a:noFill/>
          </a:ln>
        </p:spPr>
      </p:sp>
      <p:sp>
        <p:nvSpPr>
          <p:cNvPr id="309" name="Google Shape;309;p30"/>
          <p:cNvSpPr txBox="1"/>
          <p:nvPr>
            <p:ph idx="9" type="subTitle"/>
          </p:nvPr>
        </p:nvSpPr>
        <p:spPr>
          <a:xfrm>
            <a:off x="675060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10" name="Google Shape;310;p30"/>
          <p:cNvSpPr txBox="1"/>
          <p:nvPr>
            <p:ph idx="13" type="subTitle"/>
          </p:nvPr>
        </p:nvSpPr>
        <p:spPr>
          <a:xfrm>
            <a:off x="675060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1" name="Google Shape;311;p30"/>
          <p:cNvSpPr txBox="1"/>
          <p:nvPr>
            <p:ph idx="14" type="subTitle"/>
          </p:nvPr>
        </p:nvSpPr>
        <p:spPr>
          <a:xfrm>
            <a:off x="675060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12" name="Google Shape;312;p30"/>
          <p:cNvSpPr/>
          <p:nvPr>
            <p:ph idx="15" type="pic"/>
          </p:nvPr>
        </p:nvSpPr>
        <p:spPr>
          <a:xfrm>
            <a:off x="6080709" y="1975864"/>
            <a:ext cx="530400" cy="530400"/>
          </a:xfrm>
          <a:prstGeom prst="rect">
            <a:avLst/>
          </a:prstGeom>
          <a:noFill/>
          <a:ln>
            <a:noFill/>
          </a:ln>
        </p:spPr>
      </p:sp>
      <p:sp>
        <p:nvSpPr>
          <p:cNvPr id="313" name="Google Shape;313;p30"/>
          <p:cNvSpPr txBox="1"/>
          <p:nvPr>
            <p:ph idx="16" type="subTitle"/>
          </p:nvPr>
        </p:nvSpPr>
        <p:spPr>
          <a:xfrm>
            <a:off x="382455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14" name="Google Shape;314;p30"/>
          <p:cNvSpPr txBox="1"/>
          <p:nvPr>
            <p:ph idx="17" type="subTitle"/>
          </p:nvPr>
        </p:nvSpPr>
        <p:spPr>
          <a:xfrm>
            <a:off x="382455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5" name="Google Shape;315;p30"/>
          <p:cNvSpPr txBox="1"/>
          <p:nvPr>
            <p:ph idx="18" type="subTitle"/>
          </p:nvPr>
        </p:nvSpPr>
        <p:spPr>
          <a:xfrm>
            <a:off x="382455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16" name="Google Shape;316;p30"/>
          <p:cNvSpPr/>
          <p:nvPr>
            <p:ph idx="19" type="pic"/>
          </p:nvPr>
        </p:nvSpPr>
        <p:spPr>
          <a:xfrm>
            <a:off x="3154659" y="1975864"/>
            <a:ext cx="530400" cy="530400"/>
          </a:xfrm>
          <a:prstGeom prst="rect">
            <a:avLst/>
          </a:prstGeom>
          <a:noFill/>
          <a:ln>
            <a:noFill/>
          </a:ln>
        </p:spPr>
      </p:sp>
      <p:sp>
        <p:nvSpPr>
          <p:cNvPr id="317" name="Google Shape;317;p30"/>
          <p:cNvSpPr txBox="1"/>
          <p:nvPr>
            <p:ph idx="20" type="subTitle"/>
          </p:nvPr>
        </p:nvSpPr>
        <p:spPr>
          <a:xfrm>
            <a:off x="675060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18" name="Google Shape;318;p30"/>
          <p:cNvSpPr txBox="1"/>
          <p:nvPr>
            <p:ph idx="21" type="subTitle"/>
          </p:nvPr>
        </p:nvSpPr>
        <p:spPr>
          <a:xfrm>
            <a:off x="675060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9" name="Google Shape;319;p30"/>
          <p:cNvSpPr txBox="1"/>
          <p:nvPr>
            <p:ph idx="22" type="subTitle"/>
          </p:nvPr>
        </p:nvSpPr>
        <p:spPr>
          <a:xfrm>
            <a:off x="675060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0" name="Google Shape;320;p30"/>
          <p:cNvSpPr/>
          <p:nvPr>
            <p:ph idx="23" type="pic"/>
          </p:nvPr>
        </p:nvSpPr>
        <p:spPr>
          <a:xfrm>
            <a:off x="6080709" y="2883852"/>
            <a:ext cx="530400" cy="530400"/>
          </a:xfrm>
          <a:prstGeom prst="rect">
            <a:avLst/>
          </a:prstGeom>
          <a:noFill/>
          <a:ln>
            <a:noFill/>
          </a:ln>
        </p:spPr>
      </p:sp>
      <p:sp>
        <p:nvSpPr>
          <p:cNvPr id="321" name="Google Shape;321;p30"/>
          <p:cNvSpPr txBox="1"/>
          <p:nvPr>
            <p:ph idx="24" type="subTitle"/>
          </p:nvPr>
        </p:nvSpPr>
        <p:spPr>
          <a:xfrm>
            <a:off x="382455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22" name="Google Shape;322;p30"/>
          <p:cNvSpPr txBox="1"/>
          <p:nvPr>
            <p:ph idx="25" type="subTitle"/>
          </p:nvPr>
        </p:nvSpPr>
        <p:spPr>
          <a:xfrm>
            <a:off x="382455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3" name="Google Shape;323;p30"/>
          <p:cNvSpPr txBox="1"/>
          <p:nvPr>
            <p:ph idx="26" type="subTitle"/>
          </p:nvPr>
        </p:nvSpPr>
        <p:spPr>
          <a:xfrm>
            <a:off x="382455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4" name="Google Shape;324;p30"/>
          <p:cNvSpPr/>
          <p:nvPr>
            <p:ph idx="27" type="pic"/>
          </p:nvPr>
        </p:nvSpPr>
        <p:spPr>
          <a:xfrm>
            <a:off x="3154659" y="2883852"/>
            <a:ext cx="530400" cy="530400"/>
          </a:xfrm>
          <a:prstGeom prst="rect">
            <a:avLst/>
          </a:prstGeom>
          <a:noFill/>
          <a:ln>
            <a:noFill/>
          </a:ln>
        </p:spPr>
      </p:sp>
      <p:sp>
        <p:nvSpPr>
          <p:cNvPr id="325" name="Google Shape;325;p30"/>
          <p:cNvSpPr txBox="1"/>
          <p:nvPr>
            <p:ph idx="28" type="subTitle"/>
          </p:nvPr>
        </p:nvSpPr>
        <p:spPr>
          <a:xfrm>
            <a:off x="675060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26" name="Google Shape;326;p30"/>
          <p:cNvSpPr txBox="1"/>
          <p:nvPr>
            <p:ph idx="29" type="subTitle"/>
          </p:nvPr>
        </p:nvSpPr>
        <p:spPr>
          <a:xfrm>
            <a:off x="675060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7" name="Google Shape;327;p30"/>
          <p:cNvSpPr txBox="1"/>
          <p:nvPr>
            <p:ph idx="30" type="subTitle"/>
          </p:nvPr>
        </p:nvSpPr>
        <p:spPr>
          <a:xfrm>
            <a:off x="675060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8" name="Google Shape;328;p30"/>
          <p:cNvSpPr/>
          <p:nvPr>
            <p:ph idx="31" type="pic"/>
          </p:nvPr>
        </p:nvSpPr>
        <p:spPr>
          <a:xfrm>
            <a:off x="6080709" y="3805056"/>
            <a:ext cx="530400" cy="530400"/>
          </a:xfrm>
          <a:prstGeom prst="rect">
            <a:avLst/>
          </a:prstGeom>
          <a:noFill/>
          <a:ln>
            <a:noFill/>
          </a:ln>
        </p:spPr>
      </p:sp>
      <p:sp>
        <p:nvSpPr>
          <p:cNvPr id="329" name="Google Shape;329;p30"/>
          <p:cNvSpPr txBox="1"/>
          <p:nvPr>
            <p:ph idx="32" type="subTitle"/>
          </p:nvPr>
        </p:nvSpPr>
        <p:spPr>
          <a:xfrm>
            <a:off x="382455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30" name="Google Shape;330;p30"/>
          <p:cNvSpPr txBox="1"/>
          <p:nvPr>
            <p:ph idx="33" type="subTitle"/>
          </p:nvPr>
        </p:nvSpPr>
        <p:spPr>
          <a:xfrm>
            <a:off x="382455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31" name="Google Shape;331;p30"/>
          <p:cNvSpPr txBox="1"/>
          <p:nvPr>
            <p:ph idx="34" type="subTitle"/>
          </p:nvPr>
        </p:nvSpPr>
        <p:spPr>
          <a:xfrm>
            <a:off x="382455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32" name="Google Shape;332;p30"/>
          <p:cNvSpPr/>
          <p:nvPr>
            <p:ph idx="35" type="pic"/>
          </p:nvPr>
        </p:nvSpPr>
        <p:spPr>
          <a:xfrm>
            <a:off x="3154659" y="3805056"/>
            <a:ext cx="530400" cy="530400"/>
          </a:xfrm>
          <a:prstGeom prst="rect">
            <a:avLst/>
          </a:prstGeom>
          <a:noFill/>
          <a:ln>
            <a:noFill/>
          </a:ln>
        </p:spPr>
      </p:sp>
      <p:sp>
        <p:nvSpPr>
          <p:cNvPr id="333" name="Google Shape;333;p30"/>
          <p:cNvSpPr txBox="1"/>
          <p:nvPr>
            <p:ph type="title"/>
          </p:nvPr>
        </p:nvSpPr>
        <p:spPr>
          <a:xfrm>
            <a:off x="361975" y="962100"/>
            <a:ext cx="24507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34" name="Google Shape;334;p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35" name="Google Shape;335;p30"/>
          <p:cNvSpPr txBox="1"/>
          <p:nvPr>
            <p:ph idx="3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336" name="Shape 336"/>
        <p:cNvGrpSpPr/>
        <p:nvPr/>
      </p:nvGrpSpPr>
      <p:grpSpPr>
        <a:xfrm>
          <a:off x="0" y="0"/>
          <a:ext cx="0" cy="0"/>
          <a:chOff x="0" y="0"/>
          <a:chExt cx="0" cy="0"/>
        </a:xfrm>
      </p:grpSpPr>
      <p:sp>
        <p:nvSpPr>
          <p:cNvPr id="337" name="Google Shape;337;p31"/>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338" name="Google Shape;338;p31"/>
          <p:cNvSpPr txBox="1"/>
          <p:nvPr>
            <p:ph type="title"/>
          </p:nvPr>
        </p:nvSpPr>
        <p:spPr>
          <a:xfrm>
            <a:off x="4975925" y="989088"/>
            <a:ext cx="37836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39" name="Google Shape;339;p31"/>
          <p:cNvSpPr/>
          <p:nvPr>
            <p:ph idx="2" type="pic"/>
          </p:nvPr>
        </p:nvSpPr>
        <p:spPr>
          <a:xfrm flipH="1">
            <a:off x="953803" y="1066100"/>
            <a:ext cx="2664300" cy="3002700"/>
          </a:xfrm>
          <a:prstGeom prst="rect">
            <a:avLst/>
          </a:prstGeom>
          <a:noFill/>
          <a:ln>
            <a:noFill/>
          </a:ln>
        </p:spPr>
      </p:sp>
      <p:sp>
        <p:nvSpPr>
          <p:cNvPr id="340" name="Google Shape;340;p31"/>
          <p:cNvSpPr txBox="1"/>
          <p:nvPr>
            <p:ph idx="1" type="body"/>
          </p:nvPr>
        </p:nvSpPr>
        <p:spPr>
          <a:xfrm>
            <a:off x="4975925" y="4125662"/>
            <a:ext cx="3783600" cy="461700"/>
          </a:xfrm>
          <a:prstGeom prst="rect">
            <a:avLst/>
          </a:prstGeom>
          <a:noFill/>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41" name="Google Shape;341;p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42" name="Google Shape;342;p31"/>
          <p:cNvSpPr txBox="1"/>
          <p:nvPr>
            <p:ph idx="3" type="body"/>
          </p:nvPr>
        </p:nvSpPr>
        <p:spPr>
          <a:xfrm>
            <a:off x="4975925" y="1943891"/>
            <a:ext cx="3783600" cy="1243200"/>
          </a:xfrm>
          <a:prstGeom prst="rect">
            <a:avLst/>
          </a:prstGeom>
          <a:noFill/>
        </p:spPr>
        <p:txBody>
          <a:bodyPr anchorCtr="0" anchor="t" bIns="0" lIns="0" spcFirstLastPara="1" rIns="0" wrap="square" tIns="0">
            <a:noAutofit/>
          </a:bodyPr>
          <a:lstStyle>
            <a:lvl1pPr indent="-330200" lvl="0" marL="457200">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343" name="Google Shape;343;p31"/>
          <p:cNvSpPr txBox="1"/>
          <p:nvPr>
            <p:ph idx="4" type="subTitle"/>
          </p:nvPr>
        </p:nvSpPr>
        <p:spPr>
          <a:xfrm>
            <a:off x="4975925" y="732775"/>
            <a:ext cx="37836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44" name="Google Shape;344;p31"/>
          <p:cNvSpPr txBox="1"/>
          <p:nvPr>
            <p:ph idx="5" type="subTitle"/>
          </p:nvPr>
        </p:nvSpPr>
        <p:spPr>
          <a:xfrm>
            <a:off x="4975925" y="1647132"/>
            <a:ext cx="3783600" cy="1386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45" name="Google Shape;345;p31"/>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346" name="Shape 346"/>
        <p:cNvGrpSpPr/>
        <p:nvPr/>
      </p:nvGrpSpPr>
      <p:grpSpPr>
        <a:xfrm>
          <a:off x="0" y="0"/>
          <a:ext cx="0" cy="0"/>
          <a:chOff x="0" y="0"/>
          <a:chExt cx="0" cy="0"/>
        </a:xfrm>
      </p:grpSpPr>
      <p:grpSp>
        <p:nvGrpSpPr>
          <p:cNvPr id="347" name="Google Shape;347;p32"/>
          <p:cNvGrpSpPr/>
          <p:nvPr/>
        </p:nvGrpSpPr>
        <p:grpSpPr>
          <a:xfrm>
            <a:off x="49" y="514398"/>
            <a:ext cx="9144297" cy="4115162"/>
            <a:chOff x="-18500" y="514395"/>
            <a:chExt cx="9219900" cy="4115162"/>
          </a:xfrm>
        </p:grpSpPr>
        <p:cxnSp>
          <p:nvCxnSpPr>
            <p:cNvPr id="348" name="Google Shape;348;p32"/>
            <p:cNvCxnSpPr/>
            <p:nvPr/>
          </p:nvCxnSpPr>
          <p:spPr>
            <a:xfrm>
              <a:off x="-18500" y="1028790"/>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49" name="Google Shape;349;p32"/>
            <p:cNvCxnSpPr/>
            <p:nvPr/>
          </p:nvCxnSpPr>
          <p:spPr>
            <a:xfrm>
              <a:off x="-18500" y="462955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0" name="Google Shape;350;p32"/>
            <p:cNvCxnSpPr/>
            <p:nvPr/>
          </p:nvCxnSpPr>
          <p:spPr>
            <a:xfrm>
              <a:off x="-18500" y="4115162"/>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1" name="Google Shape;351;p32"/>
            <p:cNvCxnSpPr/>
            <p:nvPr/>
          </p:nvCxnSpPr>
          <p:spPr>
            <a:xfrm>
              <a:off x="-18500" y="360076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2" name="Google Shape;352;p32"/>
            <p:cNvCxnSpPr/>
            <p:nvPr/>
          </p:nvCxnSpPr>
          <p:spPr>
            <a:xfrm>
              <a:off x="-18500" y="308637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3" name="Google Shape;353;p32"/>
            <p:cNvCxnSpPr/>
            <p:nvPr/>
          </p:nvCxnSpPr>
          <p:spPr>
            <a:xfrm>
              <a:off x="-18500" y="257197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4" name="Google Shape;354;p32"/>
            <p:cNvCxnSpPr/>
            <p:nvPr/>
          </p:nvCxnSpPr>
          <p:spPr>
            <a:xfrm>
              <a:off x="-18500" y="205758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5" name="Google Shape;355;p32"/>
            <p:cNvCxnSpPr/>
            <p:nvPr/>
          </p:nvCxnSpPr>
          <p:spPr>
            <a:xfrm>
              <a:off x="-18500" y="154318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6" name="Google Shape;356;p32"/>
            <p:cNvCxnSpPr/>
            <p:nvPr/>
          </p:nvCxnSpPr>
          <p:spPr>
            <a:xfrm>
              <a:off x="-18500" y="514395"/>
              <a:ext cx="9219900" cy="0"/>
            </a:xfrm>
            <a:prstGeom prst="straightConnector1">
              <a:avLst/>
            </a:prstGeom>
            <a:noFill/>
            <a:ln cap="flat" cmpd="sng" w="9525">
              <a:solidFill>
                <a:schemeClr val="accent6"/>
              </a:solidFill>
              <a:prstDash val="solid"/>
              <a:round/>
              <a:headEnd len="med" w="med" type="none"/>
              <a:tailEnd len="med" w="med" type="none"/>
            </a:ln>
          </p:spPr>
        </p:cxnSp>
      </p:grpSp>
      <p:sp>
        <p:nvSpPr>
          <p:cNvPr id="357" name="Google Shape;357;p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58" name="Google Shape;358;p3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9" name="Google Shape;359;p32"/>
          <p:cNvSpPr txBox="1"/>
          <p:nvPr>
            <p:ph idx="2"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360" name="Shape 360"/>
        <p:cNvGrpSpPr/>
        <p:nvPr/>
      </p:nvGrpSpPr>
      <p:grpSpPr>
        <a:xfrm>
          <a:off x="0" y="0"/>
          <a:ext cx="0" cy="0"/>
          <a:chOff x="0" y="0"/>
          <a:chExt cx="0" cy="0"/>
        </a:xfrm>
      </p:grpSpPr>
      <p:sp>
        <p:nvSpPr>
          <p:cNvPr id="361" name="Google Shape;361;p33"/>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62" name="Google Shape;362;p33"/>
          <p:cNvSpPr txBox="1"/>
          <p:nvPr>
            <p:ph type="title"/>
          </p:nvPr>
        </p:nvSpPr>
        <p:spPr>
          <a:xfrm>
            <a:off x="451472" y="2024100"/>
            <a:ext cx="4163100" cy="1372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4200">
                <a:solidFill>
                  <a:schemeClr val="dk1"/>
                </a:solidFill>
              </a:defRPr>
            </a:lvl2pPr>
            <a:lvl3pPr lvl="2">
              <a:lnSpc>
                <a:spcPct val="90000"/>
              </a:lnSpc>
              <a:spcBef>
                <a:spcPts val="0"/>
              </a:spcBef>
              <a:spcAft>
                <a:spcPts val="0"/>
              </a:spcAft>
              <a:buNone/>
              <a:defRPr sz="4200">
                <a:solidFill>
                  <a:schemeClr val="dk1"/>
                </a:solidFill>
              </a:defRPr>
            </a:lvl3pPr>
            <a:lvl4pPr lvl="3">
              <a:lnSpc>
                <a:spcPct val="90000"/>
              </a:lnSpc>
              <a:spcBef>
                <a:spcPts val="0"/>
              </a:spcBef>
              <a:spcAft>
                <a:spcPts val="0"/>
              </a:spcAft>
              <a:buNone/>
              <a:defRPr sz="4200">
                <a:solidFill>
                  <a:schemeClr val="dk1"/>
                </a:solidFill>
              </a:defRPr>
            </a:lvl4pPr>
            <a:lvl5pPr lvl="4">
              <a:lnSpc>
                <a:spcPct val="90000"/>
              </a:lnSpc>
              <a:spcBef>
                <a:spcPts val="0"/>
              </a:spcBef>
              <a:spcAft>
                <a:spcPts val="0"/>
              </a:spcAft>
              <a:buNone/>
              <a:defRPr sz="4200">
                <a:solidFill>
                  <a:schemeClr val="dk1"/>
                </a:solidFill>
              </a:defRPr>
            </a:lvl5pPr>
            <a:lvl6pPr lvl="5">
              <a:lnSpc>
                <a:spcPct val="90000"/>
              </a:lnSpc>
              <a:spcBef>
                <a:spcPts val="0"/>
              </a:spcBef>
              <a:spcAft>
                <a:spcPts val="0"/>
              </a:spcAft>
              <a:buNone/>
              <a:defRPr sz="4200">
                <a:solidFill>
                  <a:schemeClr val="dk1"/>
                </a:solidFill>
              </a:defRPr>
            </a:lvl6pPr>
            <a:lvl7pPr lvl="6">
              <a:lnSpc>
                <a:spcPct val="90000"/>
              </a:lnSpc>
              <a:spcBef>
                <a:spcPts val="0"/>
              </a:spcBef>
              <a:spcAft>
                <a:spcPts val="0"/>
              </a:spcAft>
              <a:buNone/>
              <a:defRPr sz="4200">
                <a:solidFill>
                  <a:schemeClr val="dk1"/>
                </a:solidFill>
              </a:defRPr>
            </a:lvl7pPr>
            <a:lvl8pPr lvl="7">
              <a:lnSpc>
                <a:spcPct val="90000"/>
              </a:lnSpc>
              <a:spcBef>
                <a:spcPts val="0"/>
              </a:spcBef>
              <a:spcAft>
                <a:spcPts val="0"/>
              </a:spcAft>
              <a:buNone/>
              <a:defRPr sz="4200">
                <a:solidFill>
                  <a:schemeClr val="dk1"/>
                </a:solidFill>
              </a:defRPr>
            </a:lvl8pPr>
            <a:lvl9pPr lvl="8">
              <a:lnSpc>
                <a:spcPct val="90000"/>
              </a:lnSpc>
              <a:spcBef>
                <a:spcPts val="0"/>
              </a:spcBef>
              <a:spcAft>
                <a:spcPts val="0"/>
              </a:spcAft>
              <a:buNone/>
              <a:defRPr sz="4200">
                <a:solidFill>
                  <a:schemeClr val="dk1"/>
                </a:solidFill>
              </a:defRPr>
            </a:lvl9pPr>
          </a:lstStyle>
          <a:p/>
        </p:txBody>
      </p:sp>
      <p:sp>
        <p:nvSpPr>
          <p:cNvPr id="363" name="Google Shape;363;p33"/>
          <p:cNvSpPr txBox="1"/>
          <p:nvPr>
            <p:ph idx="1" type="subTitle"/>
          </p:nvPr>
        </p:nvSpPr>
        <p:spPr>
          <a:xfrm>
            <a:off x="451475" y="3776250"/>
            <a:ext cx="4163100" cy="426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64" name="Shape 364"/>
        <p:cNvGrpSpPr/>
        <p:nvPr/>
      </p:nvGrpSpPr>
      <p:grpSpPr>
        <a:xfrm>
          <a:off x="0" y="0"/>
          <a:ext cx="0" cy="0"/>
          <a:chOff x="0" y="0"/>
          <a:chExt cx="0" cy="0"/>
        </a:xfrm>
      </p:grpSpPr>
      <p:sp>
        <p:nvSpPr>
          <p:cNvPr id="365" name="Google Shape;365;p3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66" name="Google Shape;366;p3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67" name="Shape 367"/>
        <p:cNvGrpSpPr/>
        <p:nvPr/>
      </p:nvGrpSpPr>
      <p:grpSpPr>
        <a:xfrm>
          <a:off x="0" y="0"/>
          <a:ext cx="0" cy="0"/>
          <a:chOff x="0" y="0"/>
          <a:chExt cx="0" cy="0"/>
        </a:xfrm>
      </p:grpSpPr>
      <p:sp>
        <p:nvSpPr>
          <p:cNvPr id="368" name="Google Shape;368;p3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69" name="Shape 369"/>
        <p:cNvGrpSpPr/>
        <p:nvPr/>
      </p:nvGrpSpPr>
      <p:grpSpPr>
        <a:xfrm>
          <a:off x="0" y="0"/>
          <a:ext cx="0" cy="0"/>
          <a:chOff x="0" y="0"/>
          <a:chExt cx="0" cy="0"/>
        </a:xfrm>
      </p:grpSpPr>
      <p:sp>
        <p:nvSpPr>
          <p:cNvPr id="370" name="Google Shape;370;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1" name="Google Shape;371;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72" name="Shape 372"/>
        <p:cNvGrpSpPr/>
        <p:nvPr/>
      </p:nvGrpSpPr>
      <p:grpSpPr>
        <a:xfrm>
          <a:off x="0" y="0"/>
          <a:ext cx="0" cy="0"/>
          <a:chOff x="0" y="0"/>
          <a:chExt cx="0" cy="0"/>
        </a:xfrm>
      </p:grpSpPr>
      <p:sp>
        <p:nvSpPr>
          <p:cNvPr id="373" name="Google Shape;373;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4" name="Google Shape;374;p3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5" name="Google Shape;375;p37"/>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76" name="Shape 376"/>
        <p:cNvGrpSpPr/>
        <p:nvPr/>
      </p:nvGrpSpPr>
      <p:grpSpPr>
        <a:xfrm>
          <a:off x="0" y="0"/>
          <a:ext cx="0" cy="0"/>
          <a:chOff x="0" y="0"/>
          <a:chExt cx="0" cy="0"/>
        </a:xfrm>
      </p:grpSpPr>
      <p:sp>
        <p:nvSpPr>
          <p:cNvPr id="377" name="Google Shape;377;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78" name="Shape 378"/>
        <p:cNvGrpSpPr/>
        <p:nvPr/>
      </p:nvGrpSpPr>
      <p:grpSpPr>
        <a:xfrm>
          <a:off x="0" y="0"/>
          <a:ext cx="0" cy="0"/>
          <a:chOff x="0" y="0"/>
          <a:chExt cx="0" cy="0"/>
        </a:xfrm>
      </p:grpSpPr>
      <p:sp>
        <p:nvSpPr>
          <p:cNvPr id="379" name="Google Shape;379;p3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80" name="Google Shape;380;p3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81" name="Shape 381"/>
        <p:cNvGrpSpPr/>
        <p:nvPr/>
      </p:nvGrpSpPr>
      <p:grpSpPr>
        <a:xfrm>
          <a:off x="0" y="0"/>
          <a:ext cx="0" cy="0"/>
          <a:chOff x="0" y="0"/>
          <a:chExt cx="0" cy="0"/>
        </a:xfrm>
      </p:grpSpPr>
      <p:sp>
        <p:nvSpPr>
          <p:cNvPr id="382" name="Google Shape;382;p4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83" name="Shape 383"/>
        <p:cNvGrpSpPr/>
        <p:nvPr/>
      </p:nvGrpSpPr>
      <p:grpSpPr>
        <a:xfrm>
          <a:off x="0" y="0"/>
          <a:ext cx="0" cy="0"/>
          <a:chOff x="0" y="0"/>
          <a:chExt cx="0" cy="0"/>
        </a:xfrm>
      </p:grpSpPr>
      <p:sp>
        <p:nvSpPr>
          <p:cNvPr id="384" name="Google Shape;384;p4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5" name="Google Shape;385;p4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86" name="Google Shape;386;p4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87" name="Shape 387"/>
        <p:cNvGrpSpPr/>
        <p:nvPr/>
      </p:nvGrpSpPr>
      <p:grpSpPr>
        <a:xfrm>
          <a:off x="0" y="0"/>
          <a:ext cx="0" cy="0"/>
          <a:chOff x="0" y="0"/>
          <a:chExt cx="0" cy="0"/>
        </a:xfrm>
      </p:grpSpPr>
      <p:sp>
        <p:nvSpPr>
          <p:cNvPr id="388" name="Google Shape;388;p4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89" name="Shape 389"/>
        <p:cNvGrpSpPr/>
        <p:nvPr/>
      </p:nvGrpSpPr>
      <p:grpSpPr>
        <a:xfrm>
          <a:off x="0" y="0"/>
          <a:ext cx="0" cy="0"/>
          <a:chOff x="0" y="0"/>
          <a:chExt cx="0" cy="0"/>
        </a:xfrm>
      </p:grpSpPr>
      <p:sp>
        <p:nvSpPr>
          <p:cNvPr id="390" name="Google Shape;390;p4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91" name="Google Shape;391;p4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92" name="Shape 392"/>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93" name="Shape 393"/>
        <p:cNvGrpSpPr/>
        <p:nvPr/>
      </p:nvGrpSpPr>
      <p:grpSpPr>
        <a:xfrm>
          <a:off x="0" y="0"/>
          <a:ext cx="0" cy="0"/>
          <a:chOff x="0" y="0"/>
          <a:chExt cx="0" cy="0"/>
        </a:xfrm>
      </p:grpSpPr>
      <p:sp>
        <p:nvSpPr>
          <p:cNvPr id="394" name="Google Shape;394;p45"/>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5" name="Google Shape;395;p4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4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4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8" name="Google Shape;398;p4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9" name="Google Shape;399;p4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0" name="Google Shape;400;p4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01" name="Shape 401"/>
        <p:cNvGrpSpPr/>
        <p:nvPr/>
      </p:nvGrpSpPr>
      <p:grpSpPr>
        <a:xfrm>
          <a:off x="0" y="0"/>
          <a:ext cx="0" cy="0"/>
          <a:chOff x="0" y="0"/>
          <a:chExt cx="0" cy="0"/>
        </a:xfrm>
      </p:grpSpPr>
      <p:sp>
        <p:nvSpPr>
          <p:cNvPr id="402" name="Google Shape;402;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3" name="Google Shape;403;p46"/>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4" name="Google Shape;404;p4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05" name="Shape 405"/>
        <p:cNvGrpSpPr/>
        <p:nvPr/>
      </p:nvGrpSpPr>
      <p:grpSpPr>
        <a:xfrm>
          <a:off x="0" y="0"/>
          <a:ext cx="0" cy="0"/>
          <a:chOff x="0" y="0"/>
          <a:chExt cx="0" cy="0"/>
        </a:xfrm>
      </p:grpSpPr>
      <p:sp>
        <p:nvSpPr>
          <p:cNvPr id="406" name="Google Shape;406;p4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7" name="Google Shape;407;p47"/>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8" name="Google Shape;408;p4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9" name="Google Shape;409;p4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0" name="Google Shape;410;p4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11" name="Shape 411"/>
        <p:cNvGrpSpPr/>
        <p:nvPr/>
      </p:nvGrpSpPr>
      <p:grpSpPr>
        <a:xfrm>
          <a:off x="0" y="0"/>
          <a:ext cx="0" cy="0"/>
          <a:chOff x="0" y="0"/>
          <a:chExt cx="0" cy="0"/>
        </a:xfrm>
      </p:grpSpPr>
      <p:sp>
        <p:nvSpPr>
          <p:cNvPr id="412" name="Google Shape;412;p48"/>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3" name="Google Shape;413;p4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4" name="Google Shape;414;p4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5" name="Google Shape;415;p4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6" name="Google Shape;416;p4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7" name="Google Shape;417;p4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8" name="Google Shape;418;p4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19" name="Shape 419"/>
        <p:cNvGrpSpPr/>
        <p:nvPr/>
      </p:nvGrpSpPr>
      <p:grpSpPr>
        <a:xfrm>
          <a:off x="0" y="0"/>
          <a:ext cx="0" cy="0"/>
          <a:chOff x="0" y="0"/>
          <a:chExt cx="0" cy="0"/>
        </a:xfrm>
      </p:grpSpPr>
      <p:sp>
        <p:nvSpPr>
          <p:cNvPr id="420" name="Google Shape;420;p49"/>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1" name="Google Shape;421;p4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2" name="Google Shape;422;p4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3" name="Google Shape;423;p4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4" name="Google Shape;424;p4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25" name="Google Shape;425;p4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6" name="Google Shape;426;p4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7" name="Google Shape;427;p4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8" name="Google Shape;428;p4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29" name="Shape 429"/>
        <p:cNvGrpSpPr/>
        <p:nvPr/>
      </p:nvGrpSpPr>
      <p:grpSpPr>
        <a:xfrm>
          <a:off x="0" y="0"/>
          <a:ext cx="0" cy="0"/>
          <a:chOff x="0" y="0"/>
          <a:chExt cx="0" cy="0"/>
        </a:xfrm>
      </p:grpSpPr>
      <p:sp>
        <p:nvSpPr>
          <p:cNvPr id="430" name="Google Shape;430;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1" name="Google Shape;431;p5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32" name="Shape 432"/>
        <p:cNvGrpSpPr/>
        <p:nvPr/>
      </p:nvGrpSpPr>
      <p:grpSpPr>
        <a:xfrm>
          <a:off x="0" y="0"/>
          <a:ext cx="0" cy="0"/>
          <a:chOff x="0" y="0"/>
          <a:chExt cx="0" cy="0"/>
        </a:xfrm>
      </p:grpSpPr>
      <p:sp>
        <p:nvSpPr>
          <p:cNvPr id="433" name="Google Shape;433;p51"/>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4" name="Google Shape;434;p51"/>
          <p:cNvSpPr/>
          <p:nvPr>
            <p:ph idx="2" type="pic"/>
          </p:nvPr>
        </p:nvSpPr>
        <p:spPr>
          <a:xfrm>
            <a:off x="4804825" y="1133300"/>
            <a:ext cx="4027500" cy="2392800"/>
          </a:xfrm>
          <a:prstGeom prst="rect">
            <a:avLst/>
          </a:prstGeom>
          <a:noFill/>
          <a:ln>
            <a:noFill/>
          </a:ln>
        </p:spPr>
      </p:sp>
      <p:sp>
        <p:nvSpPr>
          <p:cNvPr id="435" name="Google Shape;435;p51"/>
          <p:cNvSpPr/>
          <p:nvPr>
            <p:ph idx="3" type="pic"/>
          </p:nvPr>
        </p:nvSpPr>
        <p:spPr>
          <a:xfrm>
            <a:off x="311725" y="1133300"/>
            <a:ext cx="4027500" cy="2392800"/>
          </a:xfrm>
          <a:prstGeom prst="rect">
            <a:avLst/>
          </a:prstGeom>
          <a:noFill/>
          <a:ln>
            <a:noFill/>
          </a:ln>
        </p:spPr>
      </p:sp>
      <p:sp>
        <p:nvSpPr>
          <p:cNvPr id="436" name="Google Shape;436;p5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7" name="Google Shape;437;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8" name="Google Shape;438;p5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39" name="Google Shape;439;p5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40" name="Shape 440"/>
        <p:cNvGrpSpPr/>
        <p:nvPr/>
      </p:nvGrpSpPr>
      <p:grpSpPr>
        <a:xfrm>
          <a:off x="0" y="0"/>
          <a:ext cx="0" cy="0"/>
          <a:chOff x="0" y="0"/>
          <a:chExt cx="0" cy="0"/>
        </a:xfrm>
      </p:grpSpPr>
      <p:sp>
        <p:nvSpPr>
          <p:cNvPr id="441" name="Google Shape;441;p52"/>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2" name="Google Shape;442;p52"/>
          <p:cNvSpPr/>
          <p:nvPr>
            <p:ph idx="2" type="pic"/>
          </p:nvPr>
        </p:nvSpPr>
        <p:spPr>
          <a:xfrm>
            <a:off x="6205225" y="1128325"/>
            <a:ext cx="2627100" cy="2273100"/>
          </a:xfrm>
          <a:prstGeom prst="rect">
            <a:avLst/>
          </a:prstGeom>
          <a:noFill/>
          <a:ln>
            <a:noFill/>
          </a:ln>
        </p:spPr>
      </p:sp>
      <p:sp>
        <p:nvSpPr>
          <p:cNvPr id="443" name="Google Shape;443;p52"/>
          <p:cNvSpPr/>
          <p:nvPr>
            <p:ph idx="3" type="pic"/>
          </p:nvPr>
        </p:nvSpPr>
        <p:spPr>
          <a:xfrm>
            <a:off x="311725" y="1128325"/>
            <a:ext cx="2627100" cy="2273100"/>
          </a:xfrm>
          <a:prstGeom prst="rect">
            <a:avLst/>
          </a:prstGeom>
          <a:noFill/>
          <a:ln>
            <a:noFill/>
          </a:ln>
        </p:spPr>
      </p:sp>
      <p:sp>
        <p:nvSpPr>
          <p:cNvPr id="444" name="Google Shape;444;p5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5" name="Google Shape;445;p52"/>
          <p:cNvSpPr/>
          <p:nvPr>
            <p:ph idx="5" type="pic"/>
          </p:nvPr>
        </p:nvSpPr>
        <p:spPr>
          <a:xfrm>
            <a:off x="3255250" y="1128325"/>
            <a:ext cx="2627100" cy="2273100"/>
          </a:xfrm>
          <a:prstGeom prst="rect">
            <a:avLst/>
          </a:prstGeom>
          <a:noFill/>
          <a:ln>
            <a:noFill/>
          </a:ln>
        </p:spPr>
      </p:sp>
      <p:sp>
        <p:nvSpPr>
          <p:cNvPr id="446" name="Google Shape;446;p5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7" name="Google Shape;447;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8" name="Google Shape;448;p5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49" name="Google Shape;449;p5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0" name="Google Shape;450;p5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51" name="Shape 451"/>
        <p:cNvGrpSpPr/>
        <p:nvPr/>
      </p:nvGrpSpPr>
      <p:grpSpPr>
        <a:xfrm>
          <a:off x="0" y="0"/>
          <a:ext cx="0" cy="0"/>
          <a:chOff x="0" y="0"/>
          <a:chExt cx="0" cy="0"/>
        </a:xfrm>
      </p:grpSpPr>
      <p:sp>
        <p:nvSpPr>
          <p:cNvPr id="452" name="Google Shape;452;p5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53" name="Shape 453"/>
        <p:cNvGrpSpPr/>
        <p:nvPr/>
      </p:nvGrpSpPr>
      <p:grpSpPr>
        <a:xfrm>
          <a:off x="0" y="0"/>
          <a:ext cx="0" cy="0"/>
          <a:chOff x="0" y="0"/>
          <a:chExt cx="0" cy="0"/>
        </a:xfrm>
      </p:grpSpPr>
      <p:sp>
        <p:nvSpPr>
          <p:cNvPr id="454" name="Google Shape;454;p54"/>
          <p:cNvSpPr/>
          <p:nvPr>
            <p:ph idx="2" type="pic"/>
          </p:nvPr>
        </p:nvSpPr>
        <p:spPr>
          <a:xfrm>
            <a:off x="3389600" y="118913"/>
            <a:ext cx="1643700" cy="1535100"/>
          </a:xfrm>
          <a:prstGeom prst="rect">
            <a:avLst/>
          </a:prstGeom>
          <a:noFill/>
          <a:ln>
            <a:noFill/>
          </a:ln>
        </p:spPr>
      </p:sp>
      <p:sp>
        <p:nvSpPr>
          <p:cNvPr id="455" name="Google Shape;455;p54"/>
          <p:cNvSpPr/>
          <p:nvPr>
            <p:ph idx="3" type="pic"/>
          </p:nvPr>
        </p:nvSpPr>
        <p:spPr>
          <a:xfrm>
            <a:off x="5195935" y="118913"/>
            <a:ext cx="1643700" cy="1535100"/>
          </a:xfrm>
          <a:prstGeom prst="rect">
            <a:avLst/>
          </a:prstGeom>
          <a:noFill/>
          <a:ln>
            <a:noFill/>
          </a:ln>
        </p:spPr>
      </p:sp>
      <p:sp>
        <p:nvSpPr>
          <p:cNvPr id="456" name="Google Shape;456;p54"/>
          <p:cNvSpPr/>
          <p:nvPr>
            <p:ph idx="4" type="pic"/>
          </p:nvPr>
        </p:nvSpPr>
        <p:spPr>
          <a:xfrm>
            <a:off x="7002270" y="118913"/>
            <a:ext cx="1643700" cy="1535100"/>
          </a:xfrm>
          <a:prstGeom prst="rect">
            <a:avLst/>
          </a:prstGeom>
          <a:noFill/>
          <a:ln>
            <a:noFill/>
          </a:ln>
        </p:spPr>
      </p:sp>
      <p:sp>
        <p:nvSpPr>
          <p:cNvPr id="457" name="Google Shape;457;p54"/>
          <p:cNvSpPr/>
          <p:nvPr>
            <p:ph idx="5" type="pic"/>
          </p:nvPr>
        </p:nvSpPr>
        <p:spPr>
          <a:xfrm>
            <a:off x="3389588" y="1804212"/>
            <a:ext cx="1643700" cy="1535100"/>
          </a:xfrm>
          <a:prstGeom prst="rect">
            <a:avLst/>
          </a:prstGeom>
          <a:noFill/>
          <a:ln>
            <a:noFill/>
          </a:ln>
        </p:spPr>
      </p:sp>
      <p:sp>
        <p:nvSpPr>
          <p:cNvPr id="458" name="Google Shape;458;p54"/>
          <p:cNvSpPr/>
          <p:nvPr>
            <p:ph idx="6" type="pic"/>
          </p:nvPr>
        </p:nvSpPr>
        <p:spPr>
          <a:xfrm>
            <a:off x="5195922" y="1804212"/>
            <a:ext cx="1643700" cy="1535100"/>
          </a:xfrm>
          <a:prstGeom prst="rect">
            <a:avLst/>
          </a:prstGeom>
          <a:noFill/>
          <a:ln>
            <a:noFill/>
          </a:ln>
        </p:spPr>
      </p:sp>
      <p:sp>
        <p:nvSpPr>
          <p:cNvPr id="459" name="Google Shape;459;p54"/>
          <p:cNvSpPr/>
          <p:nvPr>
            <p:ph idx="7" type="pic"/>
          </p:nvPr>
        </p:nvSpPr>
        <p:spPr>
          <a:xfrm>
            <a:off x="7002257" y="1804212"/>
            <a:ext cx="1643700" cy="1535100"/>
          </a:xfrm>
          <a:prstGeom prst="rect">
            <a:avLst/>
          </a:prstGeom>
          <a:noFill/>
          <a:ln>
            <a:noFill/>
          </a:ln>
        </p:spPr>
      </p:sp>
      <p:sp>
        <p:nvSpPr>
          <p:cNvPr id="460" name="Google Shape;460;p5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1" name="Google Shape;461;p54"/>
          <p:cNvSpPr/>
          <p:nvPr>
            <p:ph idx="8" type="pic"/>
          </p:nvPr>
        </p:nvSpPr>
        <p:spPr>
          <a:xfrm>
            <a:off x="3389588" y="3489487"/>
            <a:ext cx="1643700" cy="1535100"/>
          </a:xfrm>
          <a:prstGeom prst="rect">
            <a:avLst/>
          </a:prstGeom>
          <a:noFill/>
          <a:ln>
            <a:noFill/>
          </a:ln>
        </p:spPr>
      </p:sp>
      <p:sp>
        <p:nvSpPr>
          <p:cNvPr id="462" name="Google Shape;462;p54"/>
          <p:cNvSpPr/>
          <p:nvPr>
            <p:ph idx="9" type="pic"/>
          </p:nvPr>
        </p:nvSpPr>
        <p:spPr>
          <a:xfrm>
            <a:off x="5195922" y="3489487"/>
            <a:ext cx="1643700" cy="1535100"/>
          </a:xfrm>
          <a:prstGeom prst="rect">
            <a:avLst/>
          </a:prstGeom>
          <a:noFill/>
          <a:ln>
            <a:noFill/>
          </a:ln>
        </p:spPr>
      </p:sp>
      <p:sp>
        <p:nvSpPr>
          <p:cNvPr id="463" name="Google Shape;463;p5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5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lnSpc>
                <a:spcPct val="115000"/>
              </a:lnSpc>
              <a:spcBef>
                <a:spcPts val="800"/>
              </a:spcBef>
              <a:spcAft>
                <a:spcPts val="80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
        <p:nvSpPr>
          <p:cNvPr id="7" name="Google Shape;7;p1"/>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Newsreader"/>
              <a:buNone/>
              <a:defRPr sz="3000">
                <a:solidFill>
                  <a:schemeClr val="lt1"/>
                </a:solidFill>
                <a:latin typeface="Newsreader"/>
                <a:ea typeface="Newsreader"/>
                <a:cs typeface="Newsreader"/>
                <a:sym typeface="Newsread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 name="Google Shape;8;p1"/>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 Id="rId3" Type="http://schemas.openxmlformats.org/officeDocument/2006/relationships/hyperlink" Target="mailto:george12@g.ucla.edu"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pic>
        <p:nvPicPr>
          <p:cNvPr descr="A close-up of a modern glass structure. " id="468" name="Google Shape;468;p55"/>
          <p:cNvPicPr preferRelativeResize="0"/>
          <p:nvPr/>
        </p:nvPicPr>
        <p:blipFill rotWithShape="1">
          <a:blip r:embed="rId3">
            <a:alphaModFix/>
          </a:blip>
          <a:srcRect b="80" l="21737" r="19116" t="0"/>
          <a:stretch/>
        </p:blipFill>
        <p:spPr>
          <a:xfrm>
            <a:off x="4587725" y="-8750"/>
            <a:ext cx="4572001" cy="5148074"/>
          </a:xfrm>
          <a:prstGeom prst="rect">
            <a:avLst/>
          </a:prstGeom>
          <a:noFill/>
          <a:ln>
            <a:noFill/>
          </a:ln>
        </p:spPr>
      </p:pic>
      <p:sp>
        <p:nvSpPr>
          <p:cNvPr id="469" name="Google Shape;469;p55"/>
          <p:cNvSpPr txBox="1"/>
          <p:nvPr>
            <p:ph type="title"/>
          </p:nvPr>
        </p:nvSpPr>
        <p:spPr>
          <a:xfrm>
            <a:off x="311975" y="880325"/>
            <a:ext cx="3967800" cy="132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500"/>
              <a:t>Counterfactual Storytelling and Visual Storyboarding</a:t>
            </a:r>
            <a:endParaRPr sz="3500"/>
          </a:p>
        </p:txBody>
      </p:sp>
      <p:sp>
        <p:nvSpPr>
          <p:cNvPr id="470" name="Google Shape;470;p55"/>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George Wu</a:t>
            </a:r>
            <a:endParaRPr/>
          </a:p>
          <a:p>
            <a:pPr indent="0" lvl="0" marL="0" rtl="0" algn="ctr">
              <a:spcBef>
                <a:spcPts val="0"/>
              </a:spcBef>
              <a:spcAft>
                <a:spcPts val="0"/>
              </a:spcAft>
              <a:buNone/>
            </a:pPr>
            <a:r>
              <a:rPr lang="en"/>
              <a:t>4/21, 2026</a:t>
            </a:r>
            <a:endParaRPr/>
          </a:p>
        </p:txBody>
      </p:sp>
      <p:sp>
        <p:nvSpPr>
          <p:cNvPr id="471" name="Google Shape;471;p55"/>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900">
                <a:highlight>
                  <a:schemeClr val="lt1"/>
                </a:highlight>
                <a:latin typeface="DM Sans"/>
                <a:ea typeface="DM Sans"/>
                <a:cs typeface="DM Sans"/>
                <a:sym typeface="DM Sans"/>
              </a:rPr>
              <a:t>This project presents a system for counterfactual storytelling and storyboard generation in action movies. By modifying key decision points in film plots (e.g., "What if Annie failed to maintain speed in Speed?"), we generate coherent alternate plotlines via fine-tuned language models and visual storyboards using diffusion-based generative image models. </a:t>
            </a:r>
            <a:endParaRPr sz="900">
              <a:highlight>
                <a:schemeClr val="lt1"/>
              </a:highlight>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6"/>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7" name="Google Shape;477;p56"/>
          <p:cNvSpPr txBox="1"/>
          <p:nvPr>
            <p:ph type="title"/>
          </p:nvPr>
        </p:nvSpPr>
        <p:spPr>
          <a:xfrm>
            <a:off x="295350" y="754117"/>
            <a:ext cx="57186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Introduction</a:t>
            </a:r>
            <a:endParaRPr i="1"/>
          </a:p>
        </p:txBody>
      </p:sp>
      <p:sp>
        <p:nvSpPr>
          <p:cNvPr id="478" name="Google Shape;478;p56"/>
          <p:cNvSpPr txBox="1"/>
          <p:nvPr/>
        </p:nvSpPr>
        <p:spPr>
          <a:xfrm>
            <a:off x="802950" y="1535825"/>
            <a:ext cx="7444200" cy="295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DM Sans"/>
                <a:ea typeface="DM Sans"/>
                <a:cs typeface="DM Sans"/>
                <a:sym typeface="DM Sans"/>
              </a:rPr>
              <a:t>Motivation </a:t>
            </a:r>
            <a:endParaRPr sz="1600">
              <a:solidFill>
                <a:schemeClr val="dk1"/>
              </a:solidFill>
              <a:latin typeface="DM Sans"/>
              <a:ea typeface="DM Sans"/>
              <a:cs typeface="DM Sans"/>
              <a:sym typeface="DM Sans"/>
            </a:endParaRPr>
          </a:p>
          <a:p>
            <a:pPr indent="-330200" lvl="0" marL="457200" rtl="0" algn="l">
              <a:spcBef>
                <a:spcPts val="0"/>
              </a:spcBef>
              <a:spcAft>
                <a:spcPts val="0"/>
              </a:spcAft>
              <a:buClr>
                <a:schemeClr val="dk1"/>
              </a:buClr>
              <a:buSzPts val="1600"/>
              <a:buFont typeface="DM Sans"/>
              <a:buChar char="●"/>
            </a:pPr>
            <a:r>
              <a:rPr lang="en" sz="1600">
                <a:solidFill>
                  <a:schemeClr val="dk1"/>
                </a:solidFill>
                <a:latin typeface="DM Sans"/>
                <a:ea typeface="DM Sans"/>
                <a:cs typeface="DM Sans"/>
                <a:sym typeface="DM Sans"/>
              </a:rPr>
              <a:t>Action movies pivot on critical decision points that fundamentally alter narrative trajectories </a:t>
            </a:r>
            <a:endParaRPr sz="1600">
              <a:solidFill>
                <a:schemeClr val="dk1"/>
              </a:solidFill>
              <a:latin typeface="DM Sans"/>
              <a:ea typeface="DM Sans"/>
              <a:cs typeface="DM Sans"/>
              <a:sym typeface="DM Sans"/>
            </a:endParaRPr>
          </a:p>
          <a:p>
            <a:pPr indent="-330200" lvl="0" marL="457200" rtl="0" algn="l">
              <a:spcBef>
                <a:spcPts val="0"/>
              </a:spcBef>
              <a:spcAft>
                <a:spcPts val="0"/>
              </a:spcAft>
              <a:buClr>
                <a:schemeClr val="dk1"/>
              </a:buClr>
              <a:buSzPts val="1600"/>
              <a:buFont typeface="DM Sans"/>
              <a:buChar char="●"/>
            </a:pPr>
            <a:r>
              <a:rPr lang="en" sz="1600">
                <a:solidFill>
                  <a:schemeClr val="dk1"/>
                </a:solidFill>
                <a:latin typeface="DM Sans"/>
                <a:ea typeface="DM Sans"/>
                <a:cs typeface="DM Sans"/>
                <a:sym typeface="DM Sans"/>
              </a:rPr>
              <a:t>Counterfactual analysis reveals the structural integrity of original storylines </a:t>
            </a:r>
            <a:endParaRPr sz="1600">
              <a:solidFill>
                <a:schemeClr val="dk1"/>
              </a:solidFill>
              <a:latin typeface="DM Sans"/>
              <a:ea typeface="DM Sans"/>
              <a:cs typeface="DM Sans"/>
              <a:sym typeface="DM Sans"/>
            </a:endParaRPr>
          </a:p>
          <a:p>
            <a:pPr indent="-330200" lvl="0" marL="457200" rtl="0" algn="l">
              <a:spcBef>
                <a:spcPts val="0"/>
              </a:spcBef>
              <a:spcAft>
                <a:spcPts val="0"/>
              </a:spcAft>
              <a:buClr>
                <a:schemeClr val="dk1"/>
              </a:buClr>
              <a:buSzPts val="1600"/>
              <a:buFont typeface="DM Sans"/>
              <a:buChar char="●"/>
            </a:pPr>
            <a:r>
              <a:rPr lang="en" sz="1600">
                <a:solidFill>
                  <a:schemeClr val="dk1"/>
                </a:solidFill>
                <a:latin typeface="DM Sans"/>
                <a:ea typeface="DM Sans"/>
                <a:cs typeface="DM Sans"/>
                <a:sym typeface="DM Sans"/>
              </a:rPr>
              <a:t>Visualizing these multiverse realities are often labor-intensive and challenging -&gt; requires manual re-storyboarding</a:t>
            </a:r>
            <a:endParaRPr sz="1600">
              <a:solidFill>
                <a:schemeClr val="dk1"/>
              </a:solidFill>
              <a:latin typeface="DM Sans"/>
              <a:ea typeface="DM Sans"/>
              <a:cs typeface="DM Sans"/>
              <a:sym typeface="DM Sans"/>
            </a:endParaRPr>
          </a:p>
          <a:p>
            <a:pPr indent="-330200" lvl="0" marL="457200" rtl="0" algn="l">
              <a:spcBef>
                <a:spcPts val="0"/>
              </a:spcBef>
              <a:spcAft>
                <a:spcPts val="0"/>
              </a:spcAft>
              <a:buClr>
                <a:schemeClr val="dk1"/>
              </a:buClr>
              <a:buSzPts val="1600"/>
              <a:buFont typeface="DM Sans"/>
              <a:buChar char="●"/>
            </a:pPr>
            <a:r>
              <a:rPr lang="en" sz="1600">
                <a:solidFill>
                  <a:schemeClr val="dk1"/>
                </a:solidFill>
                <a:latin typeface="DM Sans"/>
                <a:ea typeface="DM Sans"/>
                <a:cs typeface="DM Sans"/>
                <a:sym typeface="DM Sans"/>
              </a:rPr>
              <a:t>Creating a computational framework to generate coherent alternate plots while maintaining: </a:t>
            </a:r>
            <a:endParaRPr sz="1600">
              <a:solidFill>
                <a:schemeClr val="dk1"/>
              </a:solidFill>
              <a:latin typeface="DM Sans"/>
              <a:ea typeface="DM Sans"/>
              <a:cs typeface="DM Sans"/>
              <a:sym typeface="DM Sans"/>
            </a:endParaRPr>
          </a:p>
          <a:p>
            <a:pPr indent="-330200" lvl="1" marL="914400" rtl="0" algn="l">
              <a:spcBef>
                <a:spcPts val="0"/>
              </a:spcBef>
              <a:spcAft>
                <a:spcPts val="0"/>
              </a:spcAft>
              <a:buClr>
                <a:schemeClr val="dk1"/>
              </a:buClr>
              <a:buSzPts val="1600"/>
              <a:buFont typeface="DM Sans"/>
              <a:buChar char="○"/>
            </a:pPr>
            <a:r>
              <a:rPr lang="en" sz="1600">
                <a:solidFill>
                  <a:schemeClr val="dk1"/>
                </a:solidFill>
                <a:latin typeface="DM Sans"/>
                <a:ea typeface="DM Sans"/>
                <a:cs typeface="DM Sans"/>
                <a:sym typeface="DM Sans"/>
              </a:rPr>
              <a:t>Character consistency </a:t>
            </a:r>
            <a:endParaRPr sz="1600">
              <a:solidFill>
                <a:schemeClr val="dk1"/>
              </a:solidFill>
              <a:latin typeface="DM Sans"/>
              <a:ea typeface="DM Sans"/>
              <a:cs typeface="DM Sans"/>
              <a:sym typeface="DM Sans"/>
            </a:endParaRPr>
          </a:p>
          <a:p>
            <a:pPr indent="-330200" lvl="1" marL="914400" rtl="0" algn="l">
              <a:spcBef>
                <a:spcPts val="0"/>
              </a:spcBef>
              <a:spcAft>
                <a:spcPts val="0"/>
              </a:spcAft>
              <a:buClr>
                <a:schemeClr val="dk1"/>
              </a:buClr>
              <a:buSzPts val="1600"/>
              <a:buFont typeface="DM Sans"/>
              <a:buChar char="○"/>
            </a:pPr>
            <a:r>
              <a:rPr lang="en" sz="1600">
                <a:solidFill>
                  <a:schemeClr val="dk1"/>
                </a:solidFill>
                <a:latin typeface="DM Sans"/>
                <a:ea typeface="DM Sans"/>
                <a:cs typeface="DM Sans"/>
                <a:sym typeface="DM Sans"/>
              </a:rPr>
              <a:t>Logical consequence chains </a:t>
            </a:r>
            <a:endParaRPr sz="1600">
              <a:solidFill>
                <a:schemeClr val="dk1"/>
              </a:solidFill>
              <a:latin typeface="DM Sans"/>
              <a:ea typeface="DM Sans"/>
              <a:cs typeface="DM Sans"/>
              <a:sym typeface="DM Sans"/>
            </a:endParaRPr>
          </a:p>
          <a:p>
            <a:pPr indent="-330200" lvl="1" marL="914400" rtl="0" algn="l">
              <a:spcBef>
                <a:spcPts val="0"/>
              </a:spcBef>
              <a:spcAft>
                <a:spcPts val="0"/>
              </a:spcAft>
              <a:buClr>
                <a:schemeClr val="dk1"/>
              </a:buClr>
              <a:buSzPts val="1600"/>
              <a:buFont typeface="DM Sans"/>
              <a:buChar char="○"/>
            </a:pPr>
            <a:r>
              <a:rPr lang="en" sz="1600">
                <a:solidFill>
                  <a:schemeClr val="dk1"/>
                </a:solidFill>
                <a:latin typeface="DM Sans"/>
                <a:ea typeface="DM Sans"/>
                <a:cs typeface="DM Sans"/>
                <a:sym typeface="DM Sans"/>
              </a:rPr>
              <a:t>Thematic integrity </a:t>
            </a:r>
            <a:endParaRPr sz="16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57"/>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4" name="Google Shape;484;p57"/>
          <p:cNvSpPr txBox="1"/>
          <p:nvPr>
            <p:ph type="title"/>
          </p:nvPr>
        </p:nvSpPr>
        <p:spPr>
          <a:xfrm>
            <a:off x="295350" y="754117"/>
            <a:ext cx="57186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Executive Summary</a:t>
            </a:r>
            <a:endParaRPr i="1"/>
          </a:p>
        </p:txBody>
      </p:sp>
      <p:sp>
        <p:nvSpPr>
          <p:cNvPr id="485" name="Google Shape;485;p57"/>
          <p:cNvSpPr txBox="1"/>
          <p:nvPr/>
        </p:nvSpPr>
        <p:spPr>
          <a:xfrm>
            <a:off x="802950" y="1535825"/>
            <a:ext cx="7444200" cy="295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We developed a comprehensive counterfactual narrative generation system for action movies that: </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Takes movie counterfactual statements as input (e.g., "What if John McClane had been captured in Die Hard?") </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Produces visually coherent storyboards depicting alternate plot trajectories </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Preserves narrative logic while exploring divergent storylines</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Technical Approach </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Language Component: Fine-tuned Gemma3 models (1B/4B) using QLoRA to efficiently generate alternate plots </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Visual Component: Adapted diffusion models with storyboard-specific fine-tuning to translate text into visual narratives </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Key Findings </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Specific visual prompts produce more stylistically consistent storyboards </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Language models successfully maintain narrative coherence post-divergence point </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System effectively demonstrates how pivotal moments redefine character relationships and thematic elements </a:t>
            </a:r>
            <a:endParaRPr sz="1200">
              <a:solidFill>
                <a:schemeClr val="dk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pic>
        <p:nvPicPr>
          <p:cNvPr id="490" name="Google Shape;490;p58" title="storyboard_1.png"/>
          <p:cNvPicPr preferRelativeResize="0"/>
          <p:nvPr/>
        </p:nvPicPr>
        <p:blipFill>
          <a:blip r:embed="rId3">
            <a:alphaModFix/>
          </a:blip>
          <a:stretch>
            <a:fillRect/>
          </a:stretch>
        </p:blipFill>
        <p:spPr>
          <a:xfrm>
            <a:off x="0" y="0"/>
            <a:ext cx="9224001"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pic>
        <p:nvPicPr>
          <p:cNvPr id="495" name="Google Shape;495;p59" title="storyboard_2.png"/>
          <p:cNvPicPr preferRelativeResize="0"/>
          <p:nvPr/>
        </p:nvPicPr>
        <p:blipFill>
          <a:blip r:embed="rId3">
            <a:alphaModFix/>
          </a:blip>
          <a:stretch>
            <a:fillRect/>
          </a:stretch>
        </p:blipFill>
        <p:spPr>
          <a:xfrm>
            <a:off x="0" y="0"/>
            <a:ext cx="9143998"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60"/>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01" name="Google Shape;501;p60" title="storyboard_3.png"/>
          <p:cNvPicPr preferRelativeResize="0"/>
          <p:nvPr/>
        </p:nvPicPr>
        <p:blipFill>
          <a:blip r:embed="rId3">
            <a:alphaModFix/>
          </a:blip>
          <a:stretch>
            <a:fillRect/>
          </a:stretch>
        </p:blipFill>
        <p:spPr>
          <a:xfrm>
            <a:off x="0" y="0"/>
            <a:ext cx="9144002"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61"/>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7" name="Google Shape;507;p61"/>
          <p:cNvSpPr txBox="1"/>
          <p:nvPr>
            <p:ph type="title"/>
          </p:nvPr>
        </p:nvSpPr>
        <p:spPr>
          <a:xfrm>
            <a:off x="295350" y="754125"/>
            <a:ext cx="8232300" cy="338700"/>
          </a:xfrm>
          <a:prstGeom prst="rect">
            <a:avLst/>
          </a:prstGeom>
        </p:spPr>
        <p:txBody>
          <a:bodyPr anchorCtr="0" anchor="t" bIns="0" lIns="0" spcFirstLastPara="1" rIns="0" wrap="square" tIns="0">
            <a:spAutoFit/>
          </a:bodyPr>
          <a:lstStyle/>
          <a:p>
            <a:pPr indent="0" lvl="0" marL="0" rtl="0" algn="l">
              <a:lnSpc>
                <a:spcPct val="200000"/>
              </a:lnSpc>
              <a:spcBef>
                <a:spcPts val="0"/>
              </a:spcBef>
              <a:spcAft>
                <a:spcPts val="0"/>
              </a:spcAft>
              <a:buNone/>
            </a:pPr>
            <a:r>
              <a:rPr b="1" lang="en" sz="2200"/>
              <a:t>Narrative generation: Fine-tuning </a:t>
            </a:r>
            <a:r>
              <a:rPr b="1" lang="en" sz="2200"/>
              <a:t>Large Language Model</a:t>
            </a:r>
            <a:r>
              <a:rPr b="1" lang="en" sz="2200"/>
              <a:t>(LLM)</a:t>
            </a:r>
            <a:endParaRPr b="1" i="1" sz="2200"/>
          </a:p>
        </p:txBody>
      </p:sp>
      <p:sp>
        <p:nvSpPr>
          <p:cNvPr id="508" name="Google Shape;508;p61"/>
          <p:cNvSpPr txBox="1"/>
          <p:nvPr/>
        </p:nvSpPr>
        <p:spPr>
          <a:xfrm>
            <a:off x="802950" y="1535825"/>
            <a:ext cx="7444200" cy="295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DM Sans"/>
                <a:ea typeface="DM Sans"/>
                <a:cs typeface="DM Sans"/>
                <a:sym typeface="DM Sans"/>
              </a:rPr>
              <a:t>What is Large Language Model?</a:t>
            </a:r>
            <a:endParaRPr sz="1500">
              <a:solidFill>
                <a:schemeClr val="dk1"/>
              </a:solidFill>
              <a:latin typeface="DM Sans"/>
              <a:ea typeface="DM Sans"/>
              <a:cs typeface="DM Sans"/>
              <a:sym typeface="DM Sans"/>
            </a:endParaRPr>
          </a:p>
          <a:p>
            <a:pPr indent="-323850" lvl="0" marL="457200" rtl="0" algn="l">
              <a:lnSpc>
                <a:spcPct val="115000"/>
              </a:lnSpc>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Using a Large Language Model (LLM) to "read" narrative patterns rather than just memorizing facts.</a:t>
            </a:r>
            <a:endParaRPr sz="15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5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lang="en" sz="1500">
                <a:solidFill>
                  <a:schemeClr val="dk1"/>
                </a:solidFill>
                <a:latin typeface="DM Sans"/>
                <a:ea typeface="DM Sans"/>
                <a:cs typeface="DM Sans"/>
                <a:sym typeface="DM Sans"/>
              </a:rPr>
              <a:t>Why Gemma3 instead of regular model?</a:t>
            </a:r>
            <a:endParaRPr sz="1500">
              <a:solidFill>
                <a:schemeClr val="dk1"/>
              </a:solidFill>
              <a:latin typeface="DM Sans"/>
              <a:ea typeface="DM Sans"/>
              <a:cs typeface="DM Sans"/>
              <a:sym typeface="DM Sans"/>
            </a:endParaRPr>
          </a:p>
          <a:p>
            <a:pPr indent="-323850" lvl="0" marL="457200" rtl="0" algn="l">
              <a:lnSpc>
                <a:spcPct val="115000"/>
              </a:lnSpc>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It has strong reasoning and instruction-following foundations. </a:t>
            </a:r>
            <a:endParaRPr sz="1500">
              <a:solidFill>
                <a:schemeClr val="dk1"/>
              </a:solidFill>
              <a:latin typeface="DM Sans"/>
              <a:ea typeface="DM Sans"/>
              <a:cs typeface="DM Sans"/>
              <a:sym typeface="DM Sans"/>
            </a:endParaRPr>
          </a:p>
          <a:p>
            <a:pPr indent="-323850" lvl="0" marL="457200" rtl="0" algn="l">
              <a:lnSpc>
                <a:spcPct val="115000"/>
              </a:lnSpc>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Standard</a:t>
            </a:r>
            <a:r>
              <a:rPr lang="en" sz="1500">
                <a:solidFill>
                  <a:schemeClr val="dk1"/>
                </a:solidFill>
                <a:latin typeface="DM Sans"/>
                <a:ea typeface="DM Sans"/>
                <a:cs typeface="DM Sans"/>
                <a:sym typeface="DM Sans"/>
              </a:rPr>
              <a:t> model lack the logical consistency required for action movie scripts. </a:t>
            </a:r>
            <a:endParaRPr sz="1500">
              <a:solidFill>
                <a:schemeClr val="dk1"/>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62"/>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4" name="Google Shape;514;p62"/>
          <p:cNvSpPr txBox="1"/>
          <p:nvPr>
            <p:ph type="title"/>
          </p:nvPr>
        </p:nvSpPr>
        <p:spPr>
          <a:xfrm>
            <a:off x="295350" y="754125"/>
            <a:ext cx="8232300" cy="338700"/>
          </a:xfrm>
          <a:prstGeom prst="rect">
            <a:avLst/>
          </a:prstGeom>
        </p:spPr>
        <p:txBody>
          <a:bodyPr anchorCtr="0" anchor="t" bIns="0" lIns="0" spcFirstLastPara="1" rIns="0" wrap="square" tIns="0">
            <a:spAutoFit/>
          </a:bodyPr>
          <a:lstStyle/>
          <a:p>
            <a:pPr indent="0" lvl="0" marL="0" rtl="0" algn="ctr">
              <a:lnSpc>
                <a:spcPct val="200000"/>
              </a:lnSpc>
              <a:spcBef>
                <a:spcPts val="0"/>
              </a:spcBef>
              <a:spcAft>
                <a:spcPts val="0"/>
              </a:spcAft>
              <a:buNone/>
            </a:pPr>
            <a:r>
              <a:rPr b="1" lang="en" sz="2200"/>
              <a:t>LLM </a:t>
            </a:r>
            <a:r>
              <a:rPr b="1" lang="en" sz="2200"/>
              <a:t>continues</a:t>
            </a:r>
            <a:r>
              <a:rPr b="1" lang="en" sz="2200"/>
              <a:t> </a:t>
            </a:r>
            <a:endParaRPr b="1" i="1" sz="2200"/>
          </a:p>
        </p:txBody>
      </p:sp>
      <p:sp>
        <p:nvSpPr>
          <p:cNvPr id="515" name="Google Shape;515;p62"/>
          <p:cNvSpPr txBox="1"/>
          <p:nvPr/>
        </p:nvSpPr>
        <p:spPr>
          <a:xfrm>
            <a:off x="802950" y="1226750"/>
            <a:ext cx="7444200" cy="295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DM Sans"/>
                <a:ea typeface="DM Sans"/>
                <a:cs typeface="DM Sans"/>
                <a:sym typeface="DM Sans"/>
              </a:rPr>
              <a:t>The choice of QLoRA</a:t>
            </a:r>
            <a:endParaRPr sz="1600">
              <a:solidFill>
                <a:schemeClr val="dk1"/>
              </a:solidFill>
              <a:latin typeface="DM Sans"/>
              <a:ea typeface="DM Sans"/>
              <a:cs typeface="DM Sans"/>
              <a:sym typeface="DM Sans"/>
            </a:endParaRPr>
          </a:p>
          <a:p>
            <a:pPr indent="-330200" lvl="0" marL="457200" rtl="0" algn="l">
              <a:lnSpc>
                <a:spcPct val="115000"/>
              </a:lnSpc>
              <a:spcBef>
                <a:spcPts val="0"/>
              </a:spcBef>
              <a:spcAft>
                <a:spcPts val="0"/>
              </a:spcAft>
              <a:buClr>
                <a:schemeClr val="dk1"/>
              </a:buClr>
              <a:buSzPts val="1600"/>
              <a:buFont typeface="DM Sans"/>
              <a:buChar char="●"/>
            </a:pPr>
            <a:r>
              <a:rPr lang="en" sz="1600">
                <a:solidFill>
                  <a:schemeClr val="dk1"/>
                </a:solidFill>
                <a:latin typeface="DM Sans"/>
                <a:ea typeface="DM Sans"/>
                <a:cs typeface="DM Sans"/>
                <a:sym typeface="DM Sans"/>
              </a:rPr>
              <a:t>QLoRA stands for </a:t>
            </a:r>
            <a:r>
              <a:rPr b="1" lang="en" sz="1600">
                <a:solidFill>
                  <a:schemeClr val="dk1"/>
                </a:solidFill>
                <a:latin typeface="DM Sans"/>
                <a:ea typeface="DM Sans"/>
                <a:cs typeface="DM Sans"/>
                <a:sym typeface="DM Sans"/>
              </a:rPr>
              <a:t>Quantized Low-Rank Adaptation. </a:t>
            </a:r>
            <a:endParaRPr sz="1600">
              <a:solidFill>
                <a:schemeClr val="dk1"/>
              </a:solidFill>
              <a:latin typeface="DM Sans"/>
              <a:ea typeface="DM Sans"/>
              <a:cs typeface="DM Sans"/>
              <a:sym typeface="DM Sans"/>
            </a:endParaRPr>
          </a:p>
          <a:p>
            <a:pPr indent="-330200" lvl="0" marL="457200" rtl="0" algn="l">
              <a:lnSpc>
                <a:spcPct val="115000"/>
              </a:lnSpc>
              <a:spcBef>
                <a:spcPts val="0"/>
              </a:spcBef>
              <a:spcAft>
                <a:spcPts val="0"/>
              </a:spcAft>
              <a:buClr>
                <a:schemeClr val="dk1"/>
              </a:buClr>
              <a:buSzPts val="1600"/>
              <a:buFont typeface="DM Sans"/>
              <a:buChar char="●"/>
            </a:pPr>
            <a:r>
              <a:rPr lang="en" sz="1600">
                <a:solidFill>
                  <a:schemeClr val="dk1"/>
                </a:solidFill>
                <a:latin typeface="DM Sans"/>
                <a:ea typeface="DM Sans"/>
                <a:cs typeface="DM Sans"/>
                <a:sym typeface="DM Sans"/>
              </a:rPr>
              <a:t>Updates only a small fraction of weights using "adapters"—making fine-tuning fast and efficient.</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How we train and </a:t>
            </a:r>
            <a:r>
              <a:rPr lang="en" sz="1600">
                <a:solidFill>
                  <a:schemeClr val="dk1"/>
                </a:solidFill>
                <a:latin typeface="DM Sans"/>
                <a:ea typeface="DM Sans"/>
                <a:cs typeface="DM Sans"/>
                <a:sym typeface="DM Sans"/>
              </a:rPr>
              <a:t>optimize</a:t>
            </a:r>
            <a:r>
              <a:rPr lang="en" sz="1600">
                <a:solidFill>
                  <a:schemeClr val="dk1"/>
                </a:solidFill>
                <a:latin typeface="DM Sans"/>
                <a:ea typeface="DM Sans"/>
                <a:cs typeface="DM Sans"/>
                <a:sym typeface="DM Sans"/>
              </a:rPr>
              <a:t>?</a:t>
            </a:r>
            <a:endParaRPr sz="1600">
              <a:solidFill>
                <a:schemeClr val="dk1"/>
              </a:solidFill>
              <a:latin typeface="DM Sans"/>
              <a:ea typeface="DM Sans"/>
              <a:cs typeface="DM Sans"/>
              <a:sym typeface="DM Sans"/>
            </a:endParaRPr>
          </a:p>
          <a:p>
            <a:pPr indent="-330200" lvl="0" marL="457200" rtl="0" algn="l">
              <a:lnSpc>
                <a:spcPct val="115000"/>
              </a:lnSpc>
              <a:spcBef>
                <a:spcPts val="0"/>
              </a:spcBef>
              <a:spcAft>
                <a:spcPts val="0"/>
              </a:spcAft>
              <a:buClr>
                <a:schemeClr val="dk1"/>
              </a:buClr>
              <a:buSzPts val="1600"/>
              <a:buFont typeface="DM Sans"/>
              <a:buChar char="●"/>
            </a:pPr>
            <a:r>
              <a:rPr lang="en" sz="1600">
                <a:solidFill>
                  <a:schemeClr val="dk1"/>
                </a:solidFill>
                <a:latin typeface="DM Sans"/>
                <a:ea typeface="DM Sans"/>
                <a:cs typeface="DM Sans"/>
                <a:sym typeface="DM Sans"/>
              </a:rPr>
              <a:t>Monitoring with WandB: Acts as a </a:t>
            </a:r>
            <a:r>
              <a:rPr b="1" lang="en" sz="1600">
                <a:solidFill>
                  <a:schemeClr val="dk1"/>
                </a:solidFill>
                <a:latin typeface="DM Sans"/>
                <a:ea typeface="DM Sans"/>
                <a:cs typeface="DM Sans"/>
                <a:sym typeface="DM Sans"/>
              </a:rPr>
              <a:t>"Script Supervisor"</a:t>
            </a:r>
            <a:r>
              <a:rPr lang="en" sz="1600">
                <a:solidFill>
                  <a:schemeClr val="dk1"/>
                </a:solidFill>
                <a:latin typeface="DM Sans"/>
                <a:ea typeface="DM Sans"/>
                <a:cs typeface="DM Sans"/>
                <a:sym typeface="DM Sans"/>
              </a:rPr>
              <a:t> for the model.</a:t>
            </a:r>
            <a:endParaRPr sz="1600">
              <a:solidFill>
                <a:schemeClr val="dk1"/>
              </a:solidFill>
              <a:latin typeface="DM Sans"/>
              <a:ea typeface="DM Sans"/>
              <a:cs typeface="DM Sans"/>
              <a:sym typeface="DM Sans"/>
            </a:endParaRPr>
          </a:p>
          <a:p>
            <a:pPr indent="-330200" lvl="0" marL="457200" rtl="0" algn="l">
              <a:lnSpc>
                <a:spcPct val="115000"/>
              </a:lnSpc>
              <a:spcBef>
                <a:spcPts val="0"/>
              </a:spcBef>
              <a:spcAft>
                <a:spcPts val="0"/>
              </a:spcAft>
              <a:buClr>
                <a:schemeClr val="dk1"/>
              </a:buClr>
              <a:buSzPts val="1600"/>
              <a:buFont typeface="DM Sans"/>
              <a:buChar char="●"/>
            </a:pPr>
            <a:r>
              <a:rPr lang="en" sz="1600">
                <a:solidFill>
                  <a:schemeClr val="dk1"/>
                </a:solidFill>
                <a:latin typeface="DM Sans"/>
                <a:ea typeface="DM Sans"/>
                <a:cs typeface="DM Sans"/>
                <a:sym typeface="DM Sans"/>
              </a:rPr>
              <a:t>Tracks every "take" (iteration) to minimize errors and optimize performance.</a:t>
            </a:r>
            <a:endParaRPr sz="1600">
              <a:solidFill>
                <a:schemeClr val="dk1"/>
              </a:solidFill>
              <a:latin typeface="DM Sans"/>
              <a:ea typeface="DM Sans"/>
              <a:cs typeface="DM Sans"/>
              <a:sym typeface="DM Sans"/>
            </a:endParaRPr>
          </a:p>
          <a:p>
            <a:pPr indent="-330200" lvl="0" marL="457200" rtl="0" algn="l">
              <a:lnSpc>
                <a:spcPct val="200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WandB Random Hyperband Search</a:t>
            </a:r>
            <a:endParaRPr b="1" sz="1600">
              <a:solidFill>
                <a:schemeClr val="dk1"/>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19" name="Shape 519"/>
        <p:cNvGrpSpPr/>
        <p:nvPr/>
      </p:nvGrpSpPr>
      <p:grpSpPr>
        <a:xfrm>
          <a:off x="0" y="0"/>
          <a:ext cx="0" cy="0"/>
          <a:chOff x="0" y="0"/>
          <a:chExt cx="0" cy="0"/>
        </a:xfrm>
      </p:grpSpPr>
      <p:sp>
        <p:nvSpPr>
          <p:cNvPr id="520" name="Google Shape;520;p63"/>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1" name="Google Shape;521;p63"/>
          <p:cNvSpPr txBox="1"/>
          <p:nvPr>
            <p:ph type="title"/>
          </p:nvPr>
        </p:nvSpPr>
        <p:spPr>
          <a:xfrm>
            <a:off x="271575" y="451725"/>
            <a:ext cx="8232300" cy="338700"/>
          </a:xfrm>
          <a:prstGeom prst="rect">
            <a:avLst/>
          </a:prstGeom>
        </p:spPr>
        <p:txBody>
          <a:bodyPr anchorCtr="0" anchor="t" bIns="0" lIns="0" spcFirstLastPara="1" rIns="0" wrap="square" tIns="0">
            <a:spAutoFit/>
          </a:bodyPr>
          <a:lstStyle/>
          <a:p>
            <a:pPr indent="0" lvl="0" marL="0" rtl="0" algn="ctr">
              <a:lnSpc>
                <a:spcPct val="200000"/>
              </a:lnSpc>
              <a:spcBef>
                <a:spcPts val="0"/>
              </a:spcBef>
              <a:spcAft>
                <a:spcPts val="0"/>
              </a:spcAft>
              <a:buNone/>
            </a:pPr>
            <a:r>
              <a:rPr b="1" lang="en" sz="2200"/>
              <a:t>LLM output examples</a:t>
            </a:r>
            <a:endParaRPr b="1" i="1" sz="2200"/>
          </a:p>
        </p:txBody>
      </p:sp>
      <p:sp>
        <p:nvSpPr>
          <p:cNvPr id="522" name="Google Shape;522;p63"/>
          <p:cNvSpPr txBox="1"/>
          <p:nvPr/>
        </p:nvSpPr>
        <p:spPr>
          <a:xfrm>
            <a:off x="726175" y="1025550"/>
            <a:ext cx="3300000" cy="30924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dk1"/>
              </a:buClr>
              <a:buSzPts val="1500"/>
              <a:buFont typeface="DM Sans"/>
              <a:buChar char="●"/>
            </a:pPr>
            <a:r>
              <a:rPr b="1" lang="en" sz="1500">
                <a:solidFill>
                  <a:schemeClr val="dk1"/>
                </a:solidFill>
                <a:latin typeface="DM Sans"/>
                <a:ea typeface="DM Sans"/>
                <a:cs typeface="DM Sans"/>
                <a:sym typeface="DM Sans"/>
              </a:rPr>
              <a:t>Reference </a:t>
            </a:r>
            <a:endParaRPr b="1" sz="15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lang="en" sz="1200">
                <a:solidFill>
                  <a:schemeClr val="dk1"/>
                </a:solidFill>
                <a:latin typeface="DM Sans"/>
                <a:ea typeface="DM Sans"/>
                <a:cs typeface="DM Sans"/>
                <a:sym typeface="DM Sans"/>
              </a:rPr>
              <a:t>1. LAPD officers Jack Traven and Harry Temple rescue hostages from an elevator rigged with explosives by terrorist Howard Payne, who seemingly dies in the explosion afterward.</a:t>
            </a:r>
            <a:endParaRPr sz="12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lang="en" sz="1200">
                <a:solidFill>
                  <a:schemeClr val="dk1"/>
                </a:solidFill>
                <a:latin typeface="DM Sans"/>
                <a:ea typeface="DM Sans"/>
                <a:cs typeface="DM Sans"/>
                <a:sym typeface="DM Sans"/>
              </a:rPr>
              <a:t>… </a:t>
            </a:r>
            <a:endParaRPr sz="12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lang="en" sz="1200">
                <a:solidFill>
                  <a:schemeClr val="dk1"/>
                </a:solidFill>
                <a:latin typeface="DM Sans"/>
                <a:ea typeface="DM Sans"/>
                <a:cs typeface="DM Sans"/>
                <a:sym typeface="DM Sans"/>
              </a:rPr>
              <a:t>4. Jack boards the moving bus, explains the situation to passengers, and passenger Annie takes over driving when the driver is wounded. </a:t>
            </a:r>
            <a:endParaRPr sz="12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lang="en" sz="1200">
                <a:solidFill>
                  <a:schemeClr val="dk1"/>
                </a:solidFill>
                <a:latin typeface="DM Sans"/>
                <a:ea typeface="DM Sans"/>
                <a:cs typeface="DM Sans"/>
                <a:sym typeface="DM Sans"/>
              </a:rPr>
              <a:t>5. During a complex traffic sequence, Annie's inexperience causes the bus to drop below 50 mph momentarily, partially triggering the bomb mechanism.</a:t>
            </a:r>
            <a:endParaRPr sz="12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lang="en" sz="1200">
                <a:solidFill>
                  <a:schemeClr val="dk1"/>
                </a:solidFill>
                <a:latin typeface="DM Sans"/>
                <a:ea typeface="DM Sans"/>
                <a:cs typeface="DM Sans"/>
                <a:sym typeface="DM Sans"/>
              </a:rPr>
              <a:t>…</a:t>
            </a:r>
            <a:endParaRPr sz="1200">
              <a:solidFill>
                <a:schemeClr val="dk1"/>
              </a:solidFill>
              <a:latin typeface="DM Sans"/>
              <a:ea typeface="DM Sans"/>
              <a:cs typeface="DM Sans"/>
              <a:sym typeface="DM Sans"/>
            </a:endParaRPr>
          </a:p>
        </p:txBody>
      </p:sp>
      <p:sp>
        <p:nvSpPr>
          <p:cNvPr id="523" name="Google Shape;523;p63"/>
          <p:cNvSpPr txBox="1"/>
          <p:nvPr/>
        </p:nvSpPr>
        <p:spPr>
          <a:xfrm>
            <a:off x="4683300" y="1025550"/>
            <a:ext cx="4051200" cy="32700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dk1"/>
              </a:buClr>
              <a:buSzPts val="1500"/>
              <a:buFont typeface="DM Sans"/>
              <a:buChar char="●"/>
            </a:pPr>
            <a:r>
              <a:rPr b="1" lang="en" sz="1500">
                <a:solidFill>
                  <a:schemeClr val="dk1"/>
                </a:solidFill>
                <a:latin typeface="DM Sans"/>
                <a:ea typeface="DM Sans"/>
                <a:cs typeface="DM Sans"/>
                <a:sym typeface="DM Sans"/>
              </a:rPr>
              <a:t>Fine_tuned </a:t>
            </a:r>
            <a:endParaRPr b="1" sz="15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1. LAPD officers Jack Traven and Harry Temple rescue hostages from an elevator rigged with explosives by terrorist Howard Payne, who seemingly dies in the explosion afterward. </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4. Jack boards the moving bus, explains the situation to passengers, and passenger Annie </a:t>
            </a:r>
            <a:r>
              <a:rPr b="1" lang="en" sz="1200">
                <a:solidFill>
                  <a:srgbClr val="FFFF00"/>
                </a:solidFill>
                <a:latin typeface="DM Sans"/>
                <a:ea typeface="DM Sans"/>
                <a:cs typeface="DM Sans"/>
                <a:sym typeface="DM Sans"/>
              </a:rPr>
              <a:t>reluctantly takes the wheel</a:t>
            </a:r>
            <a:r>
              <a:rPr lang="en" sz="1200">
                <a:solidFill>
                  <a:schemeClr val="dk1"/>
                </a:solidFill>
                <a:latin typeface="DM Sans"/>
                <a:ea typeface="DM Sans"/>
                <a:cs typeface="DM Sans"/>
                <a:sym typeface="DM Sans"/>
              </a:rPr>
              <a:t> when the driver is wounded. </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5. Jack orchestrates a daring passenger evacuation while maintaining speed, but </a:t>
            </a:r>
            <a:r>
              <a:rPr b="1" lang="en" sz="1200">
                <a:solidFill>
                  <a:srgbClr val="FFFF00"/>
                </a:solidFill>
                <a:highlight>
                  <a:schemeClr val="lt1"/>
                </a:highlight>
                <a:latin typeface="DM Sans"/>
                <a:ea typeface="DM Sans"/>
                <a:cs typeface="DM Sans"/>
                <a:sym typeface="DM Sans"/>
              </a:rPr>
              <a:t>Annie, lacking his safe-driving skills, makes critical errors in judgment.</a:t>
            </a:r>
            <a:r>
              <a:rPr lang="en" sz="1200">
                <a:solidFill>
                  <a:schemeClr val="dk1"/>
                </a:solidFill>
                <a:latin typeface="DM Sans"/>
                <a:ea typeface="DM Sans"/>
                <a:cs typeface="DM Sans"/>
                <a:sym typeface="DM Sans"/>
              </a:rPr>
              <a:t> </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a:t>
            </a:r>
            <a:endParaRPr sz="1200">
              <a:solidFill>
                <a:schemeClr val="dk1"/>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64"/>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9" name="Google Shape;529;p64"/>
          <p:cNvSpPr txBox="1"/>
          <p:nvPr>
            <p:ph type="title"/>
          </p:nvPr>
        </p:nvSpPr>
        <p:spPr>
          <a:xfrm>
            <a:off x="271575" y="451725"/>
            <a:ext cx="8232300" cy="692700"/>
          </a:xfrm>
          <a:prstGeom prst="rect">
            <a:avLst/>
          </a:prstGeom>
        </p:spPr>
        <p:txBody>
          <a:bodyPr anchorCtr="0" anchor="t" bIns="0" lIns="0" spcFirstLastPara="1" rIns="0" wrap="square" tIns="0">
            <a:spAutoFit/>
          </a:bodyPr>
          <a:lstStyle/>
          <a:p>
            <a:pPr indent="0" lvl="0" marL="0" rtl="0" algn="ctr">
              <a:lnSpc>
                <a:spcPct val="200000"/>
              </a:lnSpc>
              <a:spcBef>
                <a:spcPts val="0"/>
              </a:spcBef>
              <a:spcAft>
                <a:spcPts val="0"/>
              </a:spcAft>
              <a:buNone/>
            </a:pPr>
            <a:r>
              <a:rPr b="1" lang="en" sz="1500">
                <a:highlight>
                  <a:schemeClr val="lt1"/>
                </a:highlight>
                <a:latin typeface="DM Sans"/>
                <a:ea typeface="DM Sans"/>
                <a:cs typeface="DM Sans"/>
                <a:sym typeface="DM Sans"/>
              </a:rPr>
              <a:t>LLM output examples: </a:t>
            </a:r>
            <a:r>
              <a:rPr lang="en" sz="1500">
                <a:highlight>
                  <a:schemeClr val="lt1"/>
                </a:highlight>
                <a:latin typeface="DM Sans"/>
                <a:ea typeface="DM Sans"/>
                <a:cs typeface="DM Sans"/>
                <a:sym typeface="DM Sans"/>
              </a:rPr>
              <a:t>What if Uncle Ben had not been killed by the thief Peter Parker let escape?</a:t>
            </a:r>
            <a:endParaRPr b="1" i="1" sz="1500">
              <a:highlight>
                <a:schemeClr val="lt1"/>
              </a:highlight>
              <a:latin typeface="DM Sans"/>
              <a:ea typeface="DM Sans"/>
              <a:cs typeface="DM Sans"/>
              <a:sym typeface="DM Sans"/>
            </a:endParaRPr>
          </a:p>
        </p:txBody>
      </p:sp>
      <p:sp>
        <p:nvSpPr>
          <p:cNvPr id="530" name="Google Shape;530;p64"/>
          <p:cNvSpPr txBox="1"/>
          <p:nvPr/>
        </p:nvSpPr>
        <p:spPr>
          <a:xfrm>
            <a:off x="726175" y="1025550"/>
            <a:ext cx="3300000" cy="30924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dk1"/>
              </a:buClr>
              <a:buSzPts val="1500"/>
              <a:buFont typeface="DM Sans"/>
              <a:buChar char="●"/>
            </a:pPr>
            <a:r>
              <a:rPr b="1" lang="en" sz="1500">
                <a:solidFill>
                  <a:schemeClr val="dk1"/>
                </a:solidFill>
                <a:latin typeface="DM Sans"/>
                <a:ea typeface="DM Sans"/>
                <a:cs typeface="DM Sans"/>
                <a:sym typeface="DM Sans"/>
              </a:rPr>
              <a:t>Reference </a:t>
            </a:r>
            <a:endParaRPr b="1" sz="1500">
              <a:solidFill>
                <a:schemeClr val="dk1"/>
              </a:solidFill>
              <a:latin typeface="DM Sans"/>
              <a:ea typeface="DM Sans"/>
              <a:cs typeface="DM Sans"/>
              <a:sym typeface="DM Sans"/>
            </a:endParaRPr>
          </a:p>
          <a:p>
            <a:pPr indent="-304800" lvl="0" marL="457200" rtl="0" algn="l">
              <a:lnSpc>
                <a:spcPct val="115000"/>
              </a:lnSpc>
              <a:spcBef>
                <a:spcPts val="0"/>
              </a:spcBef>
              <a:spcAft>
                <a:spcPts val="0"/>
              </a:spcAft>
              <a:buClr>
                <a:schemeClr val="dk1"/>
              </a:buClr>
              <a:buSzPts val="1200"/>
              <a:buFont typeface="DM Sans"/>
              <a:buAutoNum type="arabicPeriod"/>
            </a:pPr>
            <a:r>
              <a:rPr lang="en" sz="1200">
                <a:solidFill>
                  <a:schemeClr val="dk1"/>
                </a:solidFill>
                <a:highlight>
                  <a:schemeClr val="lt1"/>
                </a:highlight>
                <a:latin typeface="DM Sans"/>
                <a:ea typeface="DM Sans"/>
                <a:cs typeface="DM Sans"/>
                <a:sym typeface="DM Sans"/>
              </a:rPr>
              <a:t>High school student Peter Parker is bitten by a genetically modified spider during a field trip, gradually developing superhuman abilities.</a:t>
            </a:r>
            <a:endParaRPr sz="1200">
              <a:solidFill>
                <a:schemeClr val="dk1"/>
              </a:solidFill>
              <a:highlight>
                <a:schemeClr val="lt1"/>
              </a:highlight>
              <a:latin typeface="DM Sans"/>
              <a:ea typeface="DM Sans"/>
              <a:cs typeface="DM Sans"/>
              <a:sym typeface="DM Sans"/>
            </a:endParaRPr>
          </a:p>
          <a:p>
            <a:pPr indent="0" lvl="0" marL="0" rtl="0" algn="l">
              <a:lnSpc>
                <a:spcPct val="115000"/>
              </a:lnSpc>
              <a:spcBef>
                <a:spcPts val="1200"/>
              </a:spcBef>
              <a:spcAft>
                <a:spcPts val="0"/>
              </a:spcAft>
              <a:buNone/>
            </a:pPr>
            <a:r>
              <a:rPr lang="en" sz="1200">
                <a:solidFill>
                  <a:schemeClr val="dk1"/>
                </a:solidFill>
                <a:highlight>
                  <a:schemeClr val="lt1"/>
                </a:highlight>
                <a:latin typeface="DM Sans"/>
                <a:ea typeface="DM Sans"/>
                <a:cs typeface="DM Sans"/>
                <a:sym typeface="DM Sans"/>
              </a:rPr>
              <a:t>…</a:t>
            </a:r>
            <a:endParaRPr sz="1200">
              <a:solidFill>
                <a:schemeClr val="dk1"/>
              </a:solidFill>
              <a:highlight>
                <a:schemeClr val="lt1"/>
              </a:highlight>
              <a:latin typeface="DM Sans"/>
              <a:ea typeface="DM Sans"/>
              <a:cs typeface="DM Sans"/>
              <a:sym typeface="DM Sans"/>
            </a:endParaRPr>
          </a:p>
          <a:p>
            <a:pPr indent="0" lvl="0" marL="0" rtl="0" algn="l">
              <a:lnSpc>
                <a:spcPct val="115000"/>
              </a:lnSpc>
              <a:spcBef>
                <a:spcPts val="1200"/>
              </a:spcBef>
              <a:spcAft>
                <a:spcPts val="0"/>
              </a:spcAft>
              <a:buNone/>
            </a:pPr>
            <a:r>
              <a:rPr lang="en" sz="1200">
                <a:solidFill>
                  <a:schemeClr val="dk1"/>
                </a:solidFill>
                <a:latin typeface="DM Sans"/>
                <a:ea typeface="DM Sans"/>
                <a:cs typeface="DM Sans"/>
                <a:sym typeface="DM Sans"/>
              </a:rPr>
              <a:t>  6.   </a:t>
            </a:r>
            <a:r>
              <a:rPr lang="en" sz="1200">
                <a:solidFill>
                  <a:schemeClr val="dk1"/>
                </a:solidFill>
                <a:highlight>
                  <a:schemeClr val="lt1"/>
                </a:highlight>
                <a:latin typeface="DM Sans"/>
                <a:ea typeface="DM Sans"/>
                <a:cs typeface="DM Sans"/>
                <a:sym typeface="DM Sans"/>
              </a:rPr>
              <a:t> </a:t>
            </a:r>
            <a:r>
              <a:rPr lang="en" sz="1200">
                <a:solidFill>
                  <a:schemeClr val="dk1"/>
                </a:solidFill>
                <a:highlight>
                  <a:schemeClr val="lt1"/>
                </a:highlight>
              </a:rPr>
              <a:t>Peter struggles balancing his secret identity with school, work, and his feelings for Mary Jane Watson, who is dating Harry.</a:t>
            </a:r>
            <a:endParaRPr sz="1200">
              <a:solidFill>
                <a:schemeClr val="dk1"/>
              </a:solidFill>
              <a:highlight>
                <a:schemeClr val="lt1"/>
              </a:highlight>
            </a:endParaRPr>
          </a:p>
          <a:p>
            <a:pPr indent="0" lvl="0" marL="0" rtl="0" algn="l">
              <a:lnSpc>
                <a:spcPct val="115000"/>
              </a:lnSpc>
              <a:spcBef>
                <a:spcPts val="0"/>
              </a:spcBef>
              <a:spcAft>
                <a:spcPts val="0"/>
              </a:spcAft>
              <a:buNone/>
            </a:pPr>
            <a:r>
              <a:rPr lang="en" sz="1200">
                <a:solidFill>
                  <a:schemeClr val="dk1"/>
                </a:solidFill>
                <a:latin typeface="DM Sans"/>
                <a:ea typeface="DM Sans"/>
                <a:cs typeface="DM Sans"/>
                <a:sym typeface="DM Sans"/>
              </a:rPr>
              <a:t> …</a:t>
            </a:r>
            <a:endParaRPr sz="12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lang="en" sz="1200">
                <a:solidFill>
                  <a:schemeClr val="dk1"/>
                </a:solidFill>
                <a:latin typeface="DM Sans"/>
                <a:ea typeface="DM Sans"/>
                <a:cs typeface="DM Sans"/>
                <a:sym typeface="DM Sans"/>
              </a:rPr>
              <a:t>10. </a:t>
            </a:r>
            <a:r>
              <a:rPr lang="en" sz="1200">
                <a:solidFill>
                  <a:schemeClr val="dk1"/>
                </a:solidFill>
                <a:highlight>
                  <a:schemeClr val="lt1"/>
                </a:highlight>
              </a:rPr>
              <a:t>Peter returns Osborn's body home where Harry vows revenge on Spider-Man, unaware it's Peter, who then rejects Mary Jane's feelings to protect her.</a:t>
            </a:r>
            <a:endParaRPr sz="1200">
              <a:solidFill>
                <a:schemeClr val="dk1"/>
              </a:solidFill>
              <a:highlight>
                <a:schemeClr val="lt1"/>
              </a:highlight>
            </a:endParaRPr>
          </a:p>
          <a:p>
            <a:pPr indent="0" lvl="0" marL="0" rtl="0" algn="l">
              <a:lnSpc>
                <a:spcPct val="115000"/>
              </a:lnSpc>
              <a:spcBef>
                <a:spcPts val="0"/>
              </a:spcBef>
              <a:spcAft>
                <a:spcPts val="0"/>
              </a:spcAft>
              <a:buNone/>
            </a:pPr>
            <a:r>
              <a:t/>
            </a:r>
            <a:endParaRPr sz="1200">
              <a:solidFill>
                <a:schemeClr val="dk1"/>
              </a:solidFill>
              <a:latin typeface="DM Sans"/>
              <a:ea typeface="DM Sans"/>
              <a:cs typeface="DM Sans"/>
              <a:sym typeface="DM Sans"/>
            </a:endParaRPr>
          </a:p>
        </p:txBody>
      </p:sp>
      <p:sp>
        <p:nvSpPr>
          <p:cNvPr id="531" name="Google Shape;531;p64"/>
          <p:cNvSpPr txBox="1"/>
          <p:nvPr/>
        </p:nvSpPr>
        <p:spPr>
          <a:xfrm>
            <a:off x="4683300" y="1025550"/>
            <a:ext cx="4051200" cy="32700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dk1"/>
              </a:buClr>
              <a:buSzPts val="1500"/>
              <a:buFont typeface="DM Sans"/>
              <a:buChar char="●"/>
            </a:pPr>
            <a:r>
              <a:rPr b="1" lang="en" sz="1500">
                <a:solidFill>
                  <a:schemeClr val="dk1"/>
                </a:solidFill>
                <a:latin typeface="DM Sans"/>
                <a:ea typeface="DM Sans"/>
                <a:cs typeface="DM Sans"/>
                <a:sym typeface="DM Sans"/>
              </a:rPr>
              <a:t>Fine_tuned </a:t>
            </a:r>
            <a:endParaRPr b="1" sz="15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1.</a:t>
            </a:r>
            <a:r>
              <a:rPr lang="en" sz="1200">
                <a:solidFill>
                  <a:schemeClr val="dk1"/>
                </a:solidFill>
                <a:highlight>
                  <a:schemeClr val="lt1"/>
                </a:highlight>
                <a:latin typeface="DM Sans"/>
                <a:ea typeface="DM Sans"/>
                <a:cs typeface="DM Sans"/>
                <a:sym typeface="DM Sans"/>
              </a:rPr>
              <a:t> </a:t>
            </a:r>
            <a:r>
              <a:rPr lang="en" sz="1200">
                <a:solidFill>
                  <a:schemeClr val="dk1"/>
                </a:solidFill>
                <a:highlight>
                  <a:schemeClr val="lt1"/>
                </a:highlight>
              </a:rPr>
              <a:t>High school student Peter Parker is bitten by a genetically modified spider during a field trip, gradually developing superhuman abilities.</a:t>
            </a:r>
            <a:endParaRPr sz="1200">
              <a:solidFill>
                <a:schemeClr val="dk1"/>
              </a:solidFill>
              <a:highlight>
                <a:schemeClr val="lt1"/>
              </a:highlight>
              <a:latin typeface="DM Sans"/>
              <a:ea typeface="DM Sans"/>
              <a:cs typeface="DM Sans"/>
              <a:sym typeface="DM Sans"/>
            </a:endParaRPr>
          </a:p>
          <a:p>
            <a:pPr indent="0" lvl="0" marL="0" rtl="0" algn="l">
              <a:spcBef>
                <a:spcPts val="0"/>
              </a:spcBef>
              <a:spcAft>
                <a:spcPts val="0"/>
              </a:spcAft>
              <a:buNone/>
            </a:pPr>
            <a:r>
              <a:t/>
            </a:r>
            <a:endParaRPr sz="1200">
              <a:solidFill>
                <a:schemeClr val="dk1"/>
              </a:solidFill>
              <a:highlight>
                <a:schemeClr val="lt1"/>
              </a:highlight>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6. </a:t>
            </a:r>
            <a:r>
              <a:rPr lang="en" sz="1200">
                <a:solidFill>
                  <a:schemeClr val="dk1"/>
                </a:solidFill>
                <a:highlight>
                  <a:schemeClr val="lt1"/>
                </a:highlight>
              </a:rPr>
              <a:t>With Uncle Ben still alive, </a:t>
            </a:r>
            <a:r>
              <a:rPr b="1" lang="en" sz="1200">
                <a:solidFill>
                  <a:srgbClr val="FFFF00"/>
                </a:solidFill>
                <a:highlight>
                  <a:schemeClr val="lt1"/>
                </a:highlight>
              </a:rPr>
              <a:t>Peter continues pursuing personal fame and fortune</a:t>
            </a:r>
            <a:r>
              <a:rPr b="1" lang="en" sz="1200">
                <a:solidFill>
                  <a:schemeClr val="dk1"/>
                </a:solidFill>
                <a:highlight>
                  <a:schemeClr val="lt1"/>
                </a:highlight>
              </a:rPr>
              <a:t>, </a:t>
            </a:r>
            <a:r>
              <a:rPr b="1" lang="en" sz="1200">
                <a:solidFill>
                  <a:srgbClr val="FFFF00"/>
                </a:solidFill>
                <a:highlight>
                  <a:schemeClr val="lt1"/>
                </a:highlight>
              </a:rPr>
              <a:t>neglecting family responsibilities and developing an increasingly arrogant persona.</a:t>
            </a:r>
            <a:endParaRPr b="1" sz="1200">
              <a:solidFill>
                <a:schemeClr val="dk1"/>
              </a:solidFill>
              <a:highlight>
                <a:schemeClr val="lt1"/>
              </a:highlight>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10. </a:t>
            </a:r>
            <a:r>
              <a:rPr lang="en" sz="1200">
                <a:solidFill>
                  <a:schemeClr val="dk1"/>
                </a:solidFill>
                <a:highlight>
                  <a:schemeClr val="lt1"/>
                </a:highlight>
              </a:rPr>
              <a:t>Peter emerges victorious but </a:t>
            </a:r>
            <a:r>
              <a:rPr b="1" lang="en" sz="1200">
                <a:solidFill>
                  <a:srgbClr val="FFFF00"/>
                </a:solidFill>
                <a:highlight>
                  <a:schemeClr val="lt1"/>
                </a:highlight>
              </a:rPr>
              <a:t>morally compromised</a:t>
            </a:r>
            <a:r>
              <a:rPr lang="en" sz="1200">
                <a:solidFill>
                  <a:schemeClr val="dk1"/>
                </a:solidFill>
                <a:highlight>
                  <a:schemeClr val="lt1"/>
                </a:highlight>
              </a:rPr>
              <a:t>, with Ben and May struggling to reconcile the increasingly unrecognizable person their nephew is becoming.</a:t>
            </a:r>
            <a:endParaRPr sz="1200">
              <a:solidFill>
                <a:schemeClr val="dk1"/>
              </a:solidFill>
              <a:highlight>
                <a:schemeClr val="lt1"/>
              </a:highlight>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5"/>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7" name="Google Shape;537;p65"/>
          <p:cNvSpPr txBox="1"/>
          <p:nvPr>
            <p:ph type="title"/>
          </p:nvPr>
        </p:nvSpPr>
        <p:spPr>
          <a:xfrm>
            <a:off x="295350" y="754125"/>
            <a:ext cx="8232300" cy="338700"/>
          </a:xfrm>
          <a:prstGeom prst="rect">
            <a:avLst/>
          </a:prstGeom>
        </p:spPr>
        <p:txBody>
          <a:bodyPr anchorCtr="0" anchor="t" bIns="0" lIns="0" spcFirstLastPara="1" rIns="0" wrap="square" tIns="0">
            <a:spAutoFit/>
          </a:bodyPr>
          <a:lstStyle/>
          <a:p>
            <a:pPr indent="0" lvl="0" marL="0" rtl="0" algn="ctr">
              <a:lnSpc>
                <a:spcPct val="200000"/>
              </a:lnSpc>
              <a:spcBef>
                <a:spcPts val="0"/>
              </a:spcBef>
              <a:spcAft>
                <a:spcPts val="0"/>
              </a:spcAft>
              <a:buNone/>
            </a:pPr>
            <a:r>
              <a:rPr b="1" lang="en" sz="2200">
                <a:latin typeface="DM Sans"/>
                <a:ea typeface="DM Sans"/>
                <a:cs typeface="DM Sans"/>
                <a:sym typeface="DM Sans"/>
              </a:rPr>
              <a:t>Visual Storyboarding: Adapted Diffusion Models</a:t>
            </a:r>
            <a:endParaRPr b="1" i="1" sz="2200">
              <a:latin typeface="DM Sans"/>
              <a:ea typeface="DM Sans"/>
              <a:cs typeface="DM Sans"/>
              <a:sym typeface="DM Sans"/>
            </a:endParaRPr>
          </a:p>
        </p:txBody>
      </p:sp>
      <p:sp>
        <p:nvSpPr>
          <p:cNvPr id="538" name="Google Shape;538;p65"/>
          <p:cNvSpPr txBox="1"/>
          <p:nvPr/>
        </p:nvSpPr>
        <p:spPr>
          <a:xfrm>
            <a:off x="802950" y="1226750"/>
            <a:ext cx="7444200" cy="295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500">
                <a:solidFill>
                  <a:schemeClr val="dk1"/>
                </a:solidFill>
                <a:latin typeface="DM Sans"/>
                <a:ea typeface="DM Sans"/>
                <a:cs typeface="DM Sans"/>
                <a:sym typeface="DM Sans"/>
              </a:rPr>
              <a:t>So what’s next?</a:t>
            </a:r>
            <a:endParaRPr b="1" sz="1500">
              <a:solidFill>
                <a:schemeClr val="dk1"/>
              </a:solidFill>
              <a:latin typeface="DM Sans"/>
              <a:ea typeface="DM Sans"/>
              <a:cs typeface="DM Sans"/>
              <a:sym typeface="DM Sans"/>
            </a:endParaRPr>
          </a:p>
          <a:p>
            <a:pPr indent="-323850" lvl="0" marL="457200" rtl="0" algn="l">
              <a:lnSpc>
                <a:spcPct val="115000"/>
              </a:lnSpc>
              <a:spcBef>
                <a:spcPts val="0"/>
              </a:spcBef>
              <a:spcAft>
                <a:spcPts val="0"/>
              </a:spcAft>
              <a:buClr>
                <a:schemeClr val="dk1"/>
              </a:buClr>
              <a:buSzPts val="1500"/>
              <a:buFont typeface="DM Sans"/>
              <a:buChar char="●"/>
            </a:pPr>
            <a:r>
              <a:rPr b="1" lang="en" sz="1500">
                <a:solidFill>
                  <a:schemeClr val="dk1"/>
                </a:solidFill>
              </a:rPr>
              <a:t>From Text to Sketch:</a:t>
            </a:r>
            <a:r>
              <a:rPr lang="en" sz="1500">
                <a:solidFill>
                  <a:schemeClr val="dk1"/>
                </a:solidFill>
              </a:rPr>
              <a:t> Stable Diffusion translates generated plots into visual scenes.</a:t>
            </a:r>
            <a:endParaRPr sz="1500">
              <a:solidFill>
                <a:schemeClr val="dk1"/>
              </a:solidFill>
              <a:latin typeface="DM Sans"/>
              <a:ea typeface="DM Sans"/>
              <a:cs typeface="DM Sans"/>
              <a:sym typeface="DM Sans"/>
            </a:endParaRPr>
          </a:p>
          <a:p>
            <a:pPr indent="-323850" lvl="0" marL="457200" rtl="0" algn="l">
              <a:lnSpc>
                <a:spcPct val="115000"/>
              </a:lnSpc>
              <a:spcBef>
                <a:spcPts val="0"/>
              </a:spcBef>
              <a:spcAft>
                <a:spcPts val="0"/>
              </a:spcAft>
              <a:buClr>
                <a:schemeClr val="dk1"/>
              </a:buClr>
              <a:buSzPts val="1500"/>
              <a:buFont typeface="DM Sans"/>
              <a:buChar char="●"/>
            </a:pPr>
            <a:r>
              <a:rPr b="1" lang="en" sz="1500">
                <a:solidFill>
                  <a:schemeClr val="dk1"/>
                </a:solidFill>
              </a:rPr>
              <a:t>Style Training (DreamBooth):</a:t>
            </a:r>
            <a:r>
              <a:rPr lang="en" sz="1500">
                <a:solidFill>
                  <a:schemeClr val="dk1"/>
                </a:solidFill>
              </a:rPr>
              <a:t> Requires only 8–10 images to teach the model a specific "pencil-sketch" aesthetic.</a:t>
            </a:r>
            <a:endParaRPr sz="1500">
              <a:solidFill>
                <a:schemeClr val="dk1"/>
              </a:solidFill>
              <a:latin typeface="DM Sans"/>
              <a:ea typeface="DM Sans"/>
              <a:cs typeface="DM Sans"/>
              <a:sym typeface="DM Sans"/>
            </a:endParaRPr>
          </a:p>
          <a:p>
            <a:pPr indent="-323850" lvl="0" marL="457200" rtl="0" algn="l">
              <a:lnSpc>
                <a:spcPct val="115000"/>
              </a:lnSpc>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Learning via "Static":</a:t>
            </a:r>
            <a:endParaRPr sz="1500">
              <a:solidFill>
                <a:schemeClr val="dk1"/>
              </a:solidFill>
              <a:latin typeface="DM Sans"/>
              <a:ea typeface="DM Sans"/>
              <a:cs typeface="DM Sans"/>
              <a:sym typeface="DM Sans"/>
            </a:endParaRPr>
          </a:p>
          <a:p>
            <a:pPr indent="-323850" lvl="0" marL="914400" rtl="0" algn="l">
              <a:lnSpc>
                <a:spcPct val="115000"/>
              </a:lnSpc>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The model adds noise to images and learns to "clean" it.</a:t>
            </a:r>
            <a:endParaRPr sz="1500">
              <a:solidFill>
                <a:schemeClr val="dk1"/>
              </a:solidFill>
              <a:latin typeface="DM Sans"/>
              <a:ea typeface="DM Sans"/>
              <a:cs typeface="DM Sans"/>
              <a:sym typeface="DM Sans"/>
            </a:endParaRPr>
          </a:p>
          <a:p>
            <a:pPr indent="-323850" lvl="0" marL="914400" rtl="0" algn="l">
              <a:lnSpc>
                <a:spcPct val="115000"/>
              </a:lnSpc>
              <a:spcBef>
                <a:spcPts val="0"/>
              </a:spcBef>
              <a:spcAft>
                <a:spcPts val="0"/>
              </a:spcAft>
              <a:buClr>
                <a:schemeClr val="dk1"/>
              </a:buClr>
              <a:buSzPts val="1500"/>
              <a:buFont typeface="DM Sans"/>
              <a:buChar char="❖"/>
            </a:pPr>
            <a:r>
              <a:rPr b="1" lang="en" sz="1500">
                <a:solidFill>
                  <a:schemeClr val="dk1"/>
                </a:solidFill>
                <a:latin typeface="DM Sans"/>
                <a:ea typeface="DM Sans"/>
                <a:cs typeface="DM Sans"/>
                <a:sym typeface="DM Sans"/>
              </a:rPr>
              <a:t>Goal:</a:t>
            </a:r>
            <a:r>
              <a:rPr lang="en" sz="1500">
                <a:solidFill>
                  <a:schemeClr val="dk1"/>
                </a:solidFill>
                <a:latin typeface="DM Sans"/>
                <a:ea typeface="DM Sans"/>
                <a:cs typeface="DM Sans"/>
                <a:sym typeface="DM Sans"/>
              </a:rPr>
              <a:t> minimizing RSE between actual noises versus predicted noises</a:t>
            </a:r>
            <a:endParaRPr sz="1500">
              <a:solidFill>
                <a:schemeClr val="dk1"/>
              </a:solidFill>
              <a:latin typeface="DM Sans"/>
              <a:ea typeface="DM Sans"/>
              <a:cs typeface="DM Sans"/>
              <a:sym typeface="DM Sans"/>
            </a:endParaRPr>
          </a:p>
          <a:p>
            <a:pPr indent="-323850" lvl="0" marL="914400" rtl="0" algn="l">
              <a:lnSpc>
                <a:spcPct val="115000"/>
              </a:lnSpc>
              <a:spcBef>
                <a:spcPts val="0"/>
              </a:spcBef>
              <a:spcAft>
                <a:spcPts val="0"/>
              </a:spcAft>
              <a:buClr>
                <a:schemeClr val="dk1"/>
              </a:buClr>
              <a:buSzPts val="1500"/>
              <a:buFont typeface="DM Sans"/>
              <a:buChar char="❖"/>
            </a:pPr>
            <a:r>
              <a:rPr b="1" lang="en" sz="1500">
                <a:solidFill>
                  <a:schemeClr val="dk1"/>
                </a:solidFill>
              </a:rPr>
              <a:t>Result:</a:t>
            </a:r>
            <a:r>
              <a:rPr lang="en" sz="1500">
                <a:solidFill>
                  <a:schemeClr val="dk1"/>
                </a:solidFill>
              </a:rPr>
              <a:t> It moves from guessing to knowing exactly how to replicate our desired style.</a:t>
            </a:r>
            <a:endParaRPr sz="1500">
              <a:solidFill>
                <a:schemeClr val="dk1"/>
              </a:solidFill>
            </a:endParaRPr>
          </a:p>
          <a:p>
            <a:pPr indent="0" lvl="0" marL="0" rtl="0" algn="l">
              <a:lnSpc>
                <a:spcPct val="115000"/>
              </a:lnSpc>
              <a:spcBef>
                <a:spcPts val="0"/>
              </a:spcBef>
              <a:spcAft>
                <a:spcPts val="0"/>
              </a:spcAft>
              <a:buNone/>
            </a:pPr>
            <a:r>
              <a:t/>
            </a:r>
            <a:endParaRPr sz="1500">
              <a:solidFill>
                <a:schemeClr val="dk1"/>
              </a:solidFill>
            </a:endParaRPr>
          </a:p>
          <a:p>
            <a:pPr indent="0" lvl="0" marL="0" rtl="0" algn="l">
              <a:lnSpc>
                <a:spcPct val="115000"/>
              </a:lnSpc>
              <a:spcBef>
                <a:spcPts val="0"/>
              </a:spcBef>
              <a:spcAft>
                <a:spcPts val="0"/>
              </a:spcAft>
              <a:buNone/>
            </a:pPr>
            <a:r>
              <a:t/>
            </a:r>
            <a:endParaRPr sz="1500">
              <a:solidFill>
                <a:schemeClr val="dk1"/>
              </a:solidFill>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66"/>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4" name="Google Shape;544;p66"/>
          <p:cNvSpPr txBox="1"/>
          <p:nvPr>
            <p:ph type="title"/>
          </p:nvPr>
        </p:nvSpPr>
        <p:spPr>
          <a:xfrm>
            <a:off x="295350" y="527400"/>
            <a:ext cx="8232300" cy="338700"/>
          </a:xfrm>
          <a:prstGeom prst="rect">
            <a:avLst/>
          </a:prstGeom>
        </p:spPr>
        <p:txBody>
          <a:bodyPr anchorCtr="0" anchor="t" bIns="0" lIns="0" spcFirstLastPara="1" rIns="0" wrap="square" tIns="0">
            <a:spAutoFit/>
          </a:bodyPr>
          <a:lstStyle/>
          <a:p>
            <a:pPr indent="0" lvl="0" marL="0" rtl="0" algn="ctr">
              <a:lnSpc>
                <a:spcPct val="200000"/>
              </a:lnSpc>
              <a:spcBef>
                <a:spcPts val="0"/>
              </a:spcBef>
              <a:spcAft>
                <a:spcPts val="0"/>
              </a:spcAft>
              <a:buNone/>
            </a:pPr>
            <a:r>
              <a:rPr b="1" lang="en" sz="2200">
                <a:latin typeface="DM Sans"/>
                <a:ea typeface="DM Sans"/>
                <a:cs typeface="DM Sans"/>
                <a:sym typeface="DM Sans"/>
              </a:rPr>
              <a:t>What happened if we don’t fine-tune?</a:t>
            </a:r>
            <a:endParaRPr b="1" i="1" sz="2200">
              <a:latin typeface="DM Sans"/>
              <a:ea typeface="DM Sans"/>
              <a:cs typeface="DM Sans"/>
              <a:sym typeface="DM Sans"/>
            </a:endParaRPr>
          </a:p>
        </p:txBody>
      </p:sp>
      <p:pic>
        <p:nvPicPr>
          <p:cNvPr id="545" name="Google Shape;545;p66" title="Screenshot 2026-04-23 at 11.20.08 AM.png"/>
          <p:cNvPicPr preferRelativeResize="0"/>
          <p:nvPr/>
        </p:nvPicPr>
        <p:blipFill>
          <a:blip r:embed="rId3">
            <a:alphaModFix/>
          </a:blip>
          <a:stretch>
            <a:fillRect/>
          </a:stretch>
        </p:blipFill>
        <p:spPr>
          <a:xfrm>
            <a:off x="4749550" y="1066101"/>
            <a:ext cx="3977875" cy="3790975"/>
          </a:xfrm>
          <a:prstGeom prst="rect">
            <a:avLst/>
          </a:prstGeom>
          <a:noFill/>
          <a:ln>
            <a:noFill/>
          </a:ln>
        </p:spPr>
      </p:pic>
      <p:pic>
        <p:nvPicPr>
          <p:cNvPr id="546" name="Google Shape;546;p66" title="john wick in the jungle.jpg"/>
          <p:cNvPicPr preferRelativeResize="0"/>
          <p:nvPr/>
        </p:nvPicPr>
        <p:blipFill>
          <a:blip r:embed="rId4">
            <a:alphaModFix/>
          </a:blip>
          <a:stretch>
            <a:fillRect/>
          </a:stretch>
        </p:blipFill>
        <p:spPr>
          <a:xfrm>
            <a:off x="260150" y="1006575"/>
            <a:ext cx="4139310" cy="39725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67"/>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2" name="Google Shape;552;p67"/>
          <p:cNvSpPr txBox="1"/>
          <p:nvPr>
            <p:ph type="title"/>
          </p:nvPr>
        </p:nvSpPr>
        <p:spPr>
          <a:xfrm>
            <a:off x="271575" y="587700"/>
            <a:ext cx="8232300" cy="338700"/>
          </a:xfrm>
          <a:prstGeom prst="rect">
            <a:avLst/>
          </a:prstGeom>
        </p:spPr>
        <p:txBody>
          <a:bodyPr anchorCtr="0" anchor="t" bIns="0" lIns="0" spcFirstLastPara="1" rIns="0" wrap="square" tIns="0">
            <a:spAutoFit/>
          </a:bodyPr>
          <a:lstStyle/>
          <a:p>
            <a:pPr indent="0" lvl="0" marL="0" rtl="0" algn="ctr">
              <a:lnSpc>
                <a:spcPct val="200000"/>
              </a:lnSpc>
              <a:spcBef>
                <a:spcPts val="0"/>
              </a:spcBef>
              <a:spcAft>
                <a:spcPts val="0"/>
              </a:spcAft>
              <a:buNone/>
            </a:pPr>
            <a:r>
              <a:rPr b="1" lang="en" sz="2200">
                <a:latin typeface="DM Sans"/>
                <a:ea typeface="DM Sans"/>
                <a:cs typeface="DM Sans"/>
                <a:sym typeface="DM Sans"/>
              </a:rPr>
              <a:t>Diffusion model continues</a:t>
            </a:r>
            <a:r>
              <a:rPr b="1" lang="en" sz="2200">
                <a:latin typeface="DM Sans"/>
                <a:ea typeface="DM Sans"/>
                <a:cs typeface="DM Sans"/>
                <a:sym typeface="DM Sans"/>
              </a:rPr>
              <a:t> </a:t>
            </a:r>
            <a:endParaRPr b="1" i="1" sz="2200">
              <a:latin typeface="DM Sans"/>
              <a:ea typeface="DM Sans"/>
              <a:cs typeface="DM Sans"/>
              <a:sym typeface="DM Sans"/>
            </a:endParaRPr>
          </a:p>
        </p:txBody>
      </p:sp>
      <p:sp>
        <p:nvSpPr>
          <p:cNvPr id="553" name="Google Shape;553;p67"/>
          <p:cNvSpPr txBox="1"/>
          <p:nvPr/>
        </p:nvSpPr>
        <p:spPr>
          <a:xfrm>
            <a:off x="802950" y="1139575"/>
            <a:ext cx="7444200" cy="29598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dk1"/>
              </a:buClr>
              <a:buSzPts val="1500"/>
              <a:buFont typeface="DM Sans"/>
              <a:buChar char="●"/>
            </a:pPr>
            <a:r>
              <a:rPr b="1" lang="en" sz="1500">
                <a:solidFill>
                  <a:schemeClr val="dk1"/>
                </a:solidFill>
                <a:latin typeface="DM Sans"/>
                <a:ea typeface="DM Sans"/>
                <a:cs typeface="DM Sans"/>
                <a:sym typeface="DM Sans"/>
              </a:rPr>
              <a:t>Prior preservation</a:t>
            </a:r>
            <a:r>
              <a:rPr lang="en" sz="1500">
                <a:solidFill>
                  <a:schemeClr val="dk1"/>
                </a:solidFill>
                <a:latin typeface="DM Sans"/>
                <a:ea typeface="DM Sans"/>
                <a:cs typeface="DM Sans"/>
                <a:sym typeface="DM Sans"/>
              </a:rPr>
              <a:t>: use to prevent the model from forgetting general objects (like cars or buses) while it focuses on the sketch style.</a:t>
            </a:r>
            <a:endParaRPr sz="1500">
              <a:solidFill>
                <a:schemeClr val="dk1"/>
              </a:solidFill>
              <a:latin typeface="DM Sans"/>
              <a:ea typeface="DM Sans"/>
              <a:cs typeface="DM Sans"/>
              <a:sym typeface="DM Sans"/>
            </a:endParaRPr>
          </a:p>
          <a:p>
            <a:pPr indent="-323850" lvl="0" marL="914400" rtl="0" algn="l">
              <a:lnSpc>
                <a:spcPct val="115000"/>
              </a:lnSpc>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Examples: hand-drawn storyboard with 3 panels, sketch pencil style, expressive faces, storyboard art</a:t>
            </a:r>
            <a:endParaRPr sz="1500">
              <a:solidFill>
                <a:schemeClr val="dk1"/>
              </a:solidFill>
              <a:latin typeface="DM Sans"/>
              <a:ea typeface="DM Sans"/>
              <a:cs typeface="DM Sans"/>
              <a:sym typeface="DM Sans"/>
            </a:endParaRPr>
          </a:p>
        </p:txBody>
      </p:sp>
      <p:pic>
        <p:nvPicPr>
          <p:cNvPr id="554" name="Google Shape;554;p67"/>
          <p:cNvPicPr preferRelativeResize="0"/>
          <p:nvPr/>
        </p:nvPicPr>
        <p:blipFill>
          <a:blip r:embed="rId3">
            <a:alphaModFix/>
          </a:blip>
          <a:stretch>
            <a:fillRect/>
          </a:stretch>
        </p:blipFill>
        <p:spPr>
          <a:xfrm>
            <a:off x="5761450" y="2376150"/>
            <a:ext cx="2821621" cy="2767350"/>
          </a:xfrm>
          <a:prstGeom prst="rect">
            <a:avLst/>
          </a:prstGeom>
          <a:noFill/>
          <a:ln>
            <a:noFill/>
          </a:ln>
        </p:spPr>
      </p:pic>
      <p:pic>
        <p:nvPicPr>
          <p:cNvPr id="555" name="Google Shape;555;p67"/>
          <p:cNvPicPr preferRelativeResize="0"/>
          <p:nvPr/>
        </p:nvPicPr>
        <p:blipFill>
          <a:blip r:embed="rId4">
            <a:alphaModFix/>
          </a:blip>
          <a:stretch>
            <a:fillRect/>
          </a:stretch>
        </p:blipFill>
        <p:spPr>
          <a:xfrm>
            <a:off x="1183775" y="2376150"/>
            <a:ext cx="2873489" cy="2767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9" name="Shape 559"/>
        <p:cNvGrpSpPr/>
        <p:nvPr/>
      </p:nvGrpSpPr>
      <p:grpSpPr>
        <a:xfrm>
          <a:off x="0" y="0"/>
          <a:ext cx="0" cy="0"/>
          <a:chOff x="0" y="0"/>
          <a:chExt cx="0" cy="0"/>
        </a:xfrm>
      </p:grpSpPr>
      <p:sp>
        <p:nvSpPr>
          <p:cNvPr id="560" name="Google Shape;560;p68"/>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1" name="Google Shape;561;p68"/>
          <p:cNvSpPr txBox="1"/>
          <p:nvPr>
            <p:ph type="title"/>
          </p:nvPr>
        </p:nvSpPr>
        <p:spPr>
          <a:xfrm>
            <a:off x="295350" y="754125"/>
            <a:ext cx="8232300" cy="1015800"/>
          </a:xfrm>
          <a:prstGeom prst="rect">
            <a:avLst/>
          </a:prstGeom>
        </p:spPr>
        <p:txBody>
          <a:bodyPr anchorCtr="0" anchor="t" bIns="0" lIns="0" spcFirstLastPara="1" rIns="0" wrap="square" tIns="0">
            <a:spAutoFit/>
          </a:bodyPr>
          <a:lstStyle/>
          <a:p>
            <a:pPr indent="0" lvl="0" marL="0" rtl="0" algn="ctr">
              <a:lnSpc>
                <a:spcPct val="200000"/>
              </a:lnSpc>
              <a:spcBef>
                <a:spcPts val="0"/>
              </a:spcBef>
              <a:spcAft>
                <a:spcPts val="0"/>
              </a:spcAft>
              <a:buNone/>
            </a:pPr>
            <a:r>
              <a:rPr b="1" lang="en" sz="2200">
                <a:latin typeface="DM Sans"/>
                <a:ea typeface="DM Sans"/>
                <a:cs typeface="DM Sans"/>
                <a:sym typeface="DM Sans"/>
              </a:rPr>
              <a:t>Diffusion model continues </a:t>
            </a:r>
            <a:endParaRPr b="1" i="1" sz="2200">
              <a:latin typeface="DM Sans"/>
              <a:ea typeface="DM Sans"/>
              <a:cs typeface="DM Sans"/>
              <a:sym typeface="DM Sans"/>
            </a:endParaRPr>
          </a:p>
          <a:p>
            <a:pPr indent="0" lvl="0" marL="0" rtl="0" algn="ctr">
              <a:lnSpc>
                <a:spcPct val="200000"/>
              </a:lnSpc>
              <a:spcBef>
                <a:spcPts val="0"/>
              </a:spcBef>
              <a:spcAft>
                <a:spcPts val="0"/>
              </a:spcAft>
              <a:buNone/>
            </a:pPr>
            <a:r>
              <a:t/>
            </a:r>
            <a:endParaRPr b="1" sz="2200">
              <a:latin typeface="DM Sans"/>
              <a:ea typeface="DM Sans"/>
              <a:cs typeface="DM Sans"/>
              <a:sym typeface="DM Sans"/>
            </a:endParaRPr>
          </a:p>
        </p:txBody>
      </p:sp>
      <p:sp>
        <p:nvSpPr>
          <p:cNvPr id="562" name="Google Shape;562;p68"/>
          <p:cNvSpPr txBox="1"/>
          <p:nvPr/>
        </p:nvSpPr>
        <p:spPr>
          <a:xfrm>
            <a:off x="802950" y="1226750"/>
            <a:ext cx="7444200" cy="295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500">
                <a:solidFill>
                  <a:schemeClr val="dk1"/>
                </a:solidFill>
                <a:latin typeface="DM Sans"/>
                <a:ea typeface="DM Sans"/>
                <a:cs typeface="DM Sans"/>
                <a:sym typeface="DM Sans"/>
              </a:rPr>
              <a:t>Intuition of what we are doing:</a:t>
            </a:r>
            <a:endParaRPr b="1" sz="1500">
              <a:solidFill>
                <a:schemeClr val="dk1"/>
              </a:solidFill>
              <a:latin typeface="DM Sans"/>
              <a:ea typeface="DM Sans"/>
              <a:cs typeface="DM Sans"/>
              <a:sym typeface="DM Sans"/>
            </a:endParaRPr>
          </a:p>
          <a:p>
            <a:pPr indent="-323850" lvl="0" marL="457200" rtl="0" algn="l">
              <a:lnSpc>
                <a:spcPct val="115000"/>
              </a:lnSpc>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“When I use this trigger word, ignore the photorealism you learned from billions of internet photos and only look at this specific aesthetic.”</a:t>
            </a:r>
            <a:endParaRPr sz="15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b="1" lang="en" sz="1500">
                <a:solidFill>
                  <a:schemeClr val="dk1"/>
                </a:solidFill>
                <a:latin typeface="DM Sans"/>
                <a:ea typeface="DM Sans"/>
                <a:cs typeface="DM Sans"/>
                <a:sym typeface="DM Sans"/>
              </a:rPr>
              <a:t>Key points: </a:t>
            </a:r>
            <a:endParaRPr b="1" sz="1500">
              <a:solidFill>
                <a:schemeClr val="dk1"/>
              </a:solidFill>
              <a:latin typeface="DM Sans"/>
              <a:ea typeface="DM Sans"/>
              <a:cs typeface="DM Sans"/>
              <a:sym typeface="DM Sans"/>
            </a:endParaRPr>
          </a:p>
          <a:p>
            <a:pPr indent="-323850" lvl="0" marL="457200" rtl="0" algn="l">
              <a:lnSpc>
                <a:spcPct val="115000"/>
              </a:lnSpc>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we purposely "overfitted" the model slightly. While typically avoided in data science, this ensured the images looked like sketches rather than realistic photos.</a:t>
            </a:r>
            <a:endParaRPr sz="1500">
              <a:solidFill>
                <a:schemeClr val="dk1"/>
              </a:solidFill>
              <a:latin typeface="DM Sans"/>
              <a:ea typeface="DM Sans"/>
              <a:cs typeface="DM Sans"/>
              <a:sym typeface="DM Sans"/>
            </a:endParaRPr>
          </a:p>
          <a:p>
            <a:pPr indent="-323850" lvl="0" marL="457200" rtl="0" algn="l">
              <a:lnSpc>
                <a:spcPct val="115000"/>
              </a:lnSpc>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A lot of time if we don’t do these steps the model will most likely generate real movie scenes and images -&gt; which is not ideal</a:t>
            </a:r>
            <a:endParaRPr sz="1500">
              <a:solidFill>
                <a:schemeClr val="dk1"/>
              </a:solidFill>
              <a:latin typeface="DM Sans"/>
              <a:ea typeface="DM Sans"/>
              <a:cs typeface="DM Sans"/>
              <a:sym typeface="DM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69"/>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8" name="Google Shape;568;p69"/>
          <p:cNvSpPr txBox="1"/>
          <p:nvPr>
            <p:ph type="title"/>
          </p:nvPr>
        </p:nvSpPr>
        <p:spPr>
          <a:xfrm>
            <a:off x="295350" y="754125"/>
            <a:ext cx="8232300" cy="1015800"/>
          </a:xfrm>
          <a:prstGeom prst="rect">
            <a:avLst/>
          </a:prstGeom>
        </p:spPr>
        <p:txBody>
          <a:bodyPr anchorCtr="0" anchor="t" bIns="0" lIns="0" spcFirstLastPara="1" rIns="0" wrap="square" tIns="0">
            <a:spAutoFit/>
          </a:bodyPr>
          <a:lstStyle/>
          <a:p>
            <a:pPr indent="0" lvl="0" marL="0" rtl="0" algn="ctr">
              <a:lnSpc>
                <a:spcPct val="200000"/>
              </a:lnSpc>
              <a:spcBef>
                <a:spcPts val="0"/>
              </a:spcBef>
              <a:spcAft>
                <a:spcPts val="0"/>
              </a:spcAft>
              <a:buNone/>
            </a:pPr>
            <a:r>
              <a:rPr b="1" lang="en" sz="2200">
                <a:latin typeface="DM Sans"/>
                <a:ea typeface="DM Sans"/>
                <a:cs typeface="DM Sans"/>
                <a:sym typeface="DM Sans"/>
              </a:rPr>
              <a:t>Conclusion </a:t>
            </a:r>
            <a:endParaRPr b="1" i="1" sz="2200">
              <a:latin typeface="DM Sans"/>
              <a:ea typeface="DM Sans"/>
              <a:cs typeface="DM Sans"/>
              <a:sym typeface="DM Sans"/>
            </a:endParaRPr>
          </a:p>
          <a:p>
            <a:pPr indent="0" lvl="0" marL="0" rtl="0" algn="ctr">
              <a:lnSpc>
                <a:spcPct val="200000"/>
              </a:lnSpc>
              <a:spcBef>
                <a:spcPts val="0"/>
              </a:spcBef>
              <a:spcAft>
                <a:spcPts val="0"/>
              </a:spcAft>
              <a:buNone/>
            </a:pPr>
            <a:r>
              <a:t/>
            </a:r>
            <a:endParaRPr b="1" sz="2200">
              <a:latin typeface="DM Sans"/>
              <a:ea typeface="DM Sans"/>
              <a:cs typeface="DM Sans"/>
              <a:sym typeface="DM Sans"/>
            </a:endParaRPr>
          </a:p>
        </p:txBody>
      </p:sp>
      <p:sp>
        <p:nvSpPr>
          <p:cNvPr id="569" name="Google Shape;569;p69"/>
          <p:cNvSpPr txBox="1"/>
          <p:nvPr/>
        </p:nvSpPr>
        <p:spPr>
          <a:xfrm>
            <a:off x="802950" y="1226750"/>
            <a:ext cx="7444200" cy="295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solidFill>
                  <a:schemeClr val="dk1"/>
                </a:solidFill>
                <a:latin typeface="DM Sans"/>
                <a:ea typeface="DM Sans"/>
                <a:cs typeface="DM Sans"/>
                <a:sym typeface="DM Sans"/>
              </a:rPr>
              <a:t>Our project generates narrative-consistent and visually coherent counterfactual storyboards for action movies, demonstrating how pivotal moments fundamentally alter character relationships and plot trajectories. Our counterfactual storyboarding system enables screenwriters, educators, and fans to visualize alternate plot trajectories, deepening narrative analysis and providing creative inspiration for film development. </a:t>
            </a:r>
            <a:endParaRPr sz="1500">
              <a:solidFill>
                <a:schemeClr val="dk1"/>
              </a:solidFill>
              <a:latin typeface="DM Sans"/>
              <a:ea typeface="DM Sans"/>
              <a:cs typeface="DM Sans"/>
              <a:sym typeface="DM Sans"/>
            </a:endParaRPr>
          </a:p>
          <a:p>
            <a:pPr indent="-323850" lvl="0" marL="457200" rtl="0" algn="l">
              <a:lnSpc>
                <a:spcPct val="115000"/>
              </a:lnSpc>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Limitations &amp; Future work: </a:t>
            </a:r>
            <a:endParaRPr sz="1500">
              <a:solidFill>
                <a:schemeClr val="dk1"/>
              </a:solidFill>
              <a:latin typeface="DM Sans"/>
              <a:ea typeface="DM Sans"/>
              <a:cs typeface="DM Sans"/>
              <a:sym typeface="DM Sans"/>
            </a:endParaRPr>
          </a:p>
          <a:p>
            <a:pPr indent="-323850" lvl="0" marL="914400" rtl="0" algn="l">
              <a:lnSpc>
                <a:spcPct val="115000"/>
              </a:lnSpc>
              <a:spcBef>
                <a:spcPts val="0"/>
              </a:spcBef>
              <a:spcAft>
                <a:spcPts val="0"/>
              </a:spcAft>
              <a:buClr>
                <a:schemeClr val="dk1"/>
              </a:buClr>
              <a:buSzPts val="1500"/>
              <a:buFont typeface="DM Sans"/>
              <a:buAutoNum type="arabicPeriod"/>
            </a:pPr>
            <a:r>
              <a:rPr lang="en" sz="1500">
                <a:solidFill>
                  <a:schemeClr val="dk1"/>
                </a:solidFill>
                <a:latin typeface="DM Sans"/>
                <a:ea typeface="DM Sans"/>
                <a:cs typeface="DM Sans"/>
                <a:sym typeface="DM Sans"/>
              </a:rPr>
              <a:t>Lack of objective evaluation method (human evaluation dependent) </a:t>
            </a:r>
            <a:endParaRPr sz="1500">
              <a:solidFill>
                <a:schemeClr val="dk1"/>
              </a:solidFill>
              <a:latin typeface="DM Sans"/>
              <a:ea typeface="DM Sans"/>
              <a:cs typeface="DM Sans"/>
              <a:sym typeface="DM Sans"/>
            </a:endParaRPr>
          </a:p>
          <a:p>
            <a:pPr indent="-323850" lvl="0" marL="914400" rtl="0" algn="l">
              <a:lnSpc>
                <a:spcPct val="115000"/>
              </a:lnSpc>
              <a:spcBef>
                <a:spcPts val="0"/>
              </a:spcBef>
              <a:spcAft>
                <a:spcPts val="0"/>
              </a:spcAft>
              <a:buClr>
                <a:schemeClr val="dk1"/>
              </a:buClr>
              <a:buSzPts val="1500"/>
              <a:buFont typeface="DM Sans"/>
              <a:buAutoNum type="arabicPeriod"/>
            </a:pPr>
            <a:r>
              <a:rPr lang="en" sz="1500">
                <a:solidFill>
                  <a:schemeClr val="dk1"/>
                </a:solidFill>
                <a:latin typeface="DM Sans"/>
                <a:ea typeface="DM Sans"/>
                <a:cs typeface="DM Sans"/>
                <a:sym typeface="DM Sans"/>
              </a:rPr>
              <a:t>Unsure of generalizability </a:t>
            </a:r>
            <a:endParaRPr sz="1500">
              <a:solidFill>
                <a:schemeClr val="dk1"/>
              </a:solidFill>
              <a:latin typeface="DM Sans"/>
              <a:ea typeface="DM Sans"/>
              <a:cs typeface="DM Sans"/>
              <a:sym typeface="DM Sans"/>
            </a:endParaRPr>
          </a:p>
          <a:p>
            <a:pPr indent="-323850" lvl="0" marL="914400" rtl="0" algn="l">
              <a:lnSpc>
                <a:spcPct val="115000"/>
              </a:lnSpc>
              <a:spcBef>
                <a:spcPts val="0"/>
              </a:spcBef>
              <a:spcAft>
                <a:spcPts val="0"/>
              </a:spcAft>
              <a:buClr>
                <a:schemeClr val="dk1"/>
              </a:buClr>
              <a:buSzPts val="1500"/>
              <a:buFont typeface="DM Sans"/>
              <a:buAutoNum type="arabicPeriod"/>
            </a:pPr>
            <a:r>
              <a:rPr lang="en" sz="1500">
                <a:solidFill>
                  <a:schemeClr val="dk1"/>
                </a:solidFill>
                <a:latin typeface="DM Sans"/>
                <a:ea typeface="DM Sans"/>
                <a:cs typeface="DM Sans"/>
                <a:sym typeface="DM Sans"/>
              </a:rPr>
              <a:t>Image model shortcomings: Suffers from limited generalization, highly sensitive to hyperparameters, super task specific </a:t>
            </a:r>
            <a:endParaRPr sz="1500">
              <a:solidFill>
                <a:schemeClr val="dk1"/>
              </a:solidFill>
              <a:latin typeface="DM Sans"/>
              <a:ea typeface="DM Sans"/>
              <a:cs typeface="DM Sans"/>
              <a:sym typeface="DM Sans"/>
            </a:endParaRPr>
          </a:p>
          <a:p>
            <a:pPr indent="-323850" lvl="0" marL="914400" rtl="0" algn="l">
              <a:lnSpc>
                <a:spcPct val="115000"/>
              </a:lnSpc>
              <a:spcBef>
                <a:spcPts val="0"/>
              </a:spcBef>
              <a:spcAft>
                <a:spcPts val="0"/>
              </a:spcAft>
              <a:buClr>
                <a:schemeClr val="dk1"/>
              </a:buClr>
              <a:buSzPts val="1500"/>
              <a:buFont typeface="DM Sans"/>
              <a:buAutoNum type="arabicPeriod"/>
            </a:pPr>
            <a:r>
              <a:rPr lang="en" sz="1500">
                <a:solidFill>
                  <a:schemeClr val="dk1"/>
                </a:solidFill>
                <a:latin typeface="DM Sans"/>
                <a:ea typeface="DM Sans"/>
                <a:cs typeface="DM Sans"/>
                <a:sym typeface="DM Sans"/>
              </a:rPr>
              <a:t>Language model shortcomings: Non-perfect optimization method (loss doesn’t directly reflect what we want the model to learn</a:t>
            </a:r>
            <a:endParaRPr sz="1500">
              <a:solidFill>
                <a:schemeClr val="dk1"/>
              </a:solidFill>
              <a:latin typeface="DM Sans"/>
              <a:ea typeface="DM Sans"/>
              <a:cs typeface="DM Sans"/>
              <a:sym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70"/>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5" name="Google Shape;575;p70"/>
          <p:cNvSpPr txBox="1"/>
          <p:nvPr/>
        </p:nvSpPr>
        <p:spPr>
          <a:xfrm>
            <a:off x="1157575" y="1497750"/>
            <a:ext cx="7160400" cy="19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a:p>
            <a:pPr indent="0" lvl="0" marL="0" rtl="0" algn="ctr">
              <a:spcBef>
                <a:spcPts val="0"/>
              </a:spcBef>
              <a:spcAft>
                <a:spcPts val="0"/>
              </a:spcAft>
              <a:buNone/>
            </a:pPr>
            <a:r>
              <a:rPr b="1" i="1" lang="en" sz="5000">
                <a:solidFill>
                  <a:schemeClr val="dk1"/>
                </a:solidFill>
                <a:latin typeface="DM Sans"/>
                <a:ea typeface="DM Sans"/>
                <a:cs typeface="DM Sans"/>
                <a:sym typeface="DM Sans"/>
              </a:rPr>
              <a:t>Thank you!</a:t>
            </a:r>
            <a:endParaRPr b="1" i="1" sz="5000">
              <a:solidFill>
                <a:schemeClr val="dk1"/>
              </a:solidFill>
              <a:latin typeface="DM Sans"/>
              <a:ea typeface="DM Sans"/>
              <a:cs typeface="DM Sans"/>
              <a:sym typeface="DM Sans"/>
            </a:endParaRPr>
          </a:p>
          <a:p>
            <a:pPr indent="0" lvl="0" marL="0" rtl="0" algn="l">
              <a:spcBef>
                <a:spcPts val="0"/>
              </a:spcBef>
              <a:spcAft>
                <a:spcPts val="0"/>
              </a:spcAft>
              <a:buNone/>
            </a:pPr>
            <a:r>
              <a:t/>
            </a:r>
            <a:endParaRPr b="1" sz="4000">
              <a:solidFill>
                <a:schemeClr val="dk1"/>
              </a:solidFill>
              <a:latin typeface="DM Sans"/>
              <a:ea typeface="DM Sans"/>
              <a:cs typeface="DM Sans"/>
              <a:sym typeface="DM Sans"/>
            </a:endParaRPr>
          </a:p>
          <a:p>
            <a:pPr indent="0" lvl="0" marL="0" rtl="0" algn="l">
              <a:spcBef>
                <a:spcPts val="0"/>
              </a:spcBef>
              <a:spcAft>
                <a:spcPts val="0"/>
              </a:spcAft>
              <a:buNone/>
            </a:pPr>
            <a:r>
              <a:rPr b="1" lang="en" sz="2000">
                <a:solidFill>
                  <a:schemeClr val="dk1"/>
                </a:solidFill>
                <a:latin typeface="DM Sans"/>
                <a:ea typeface="DM Sans"/>
                <a:cs typeface="DM Sans"/>
                <a:sym typeface="DM Sans"/>
              </a:rPr>
              <a:t>If you have any questions please feel free to contact me via </a:t>
            </a:r>
            <a:r>
              <a:rPr b="1" lang="en" sz="2000" u="sng">
                <a:solidFill>
                  <a:schemeClr val="hlink"/>
                </a:solidFill>
                <a:latin typeface="DM Sans"/>
                <a:ea typeface="DM Sans"/>
                <a:cs typeface="DM Sans"/>
                <a:sym typeface="DM Sans"/>
                <a:hlinkClick r:id="rId3"/>
              </a:rPr>
              <a:t>george12@g.ucla.edu</a:t>
            </a:r>
            <a:endParaRPr b="1" sz="2000">
              <a:solidFill>
                <a:schemeClr val="dk1"/>
              </a:solidFill>
              <a:latin typeface="DM Sans"/>
              <a:ea typeface="DM Sans"/>
              <a:cs typeface="DM Sans"/>
              <a:sym typeface="DM Sans"/>
            </a:endParaRPr>
          </a:p>
          <a:p>
            <a:pPr indent="0" lvl="0" marL="0" rtl="0" algn="l">
              <a:spcBef>
                <a:spcPts val="0"/>
              </a:spcBef>
              <a:spcAft>
                <a:spcPts val="0"/>
              </a:spcAft>
              <a:buNone/>
            </a:pPr>
            <a:r>
              <a:t/>
            </a:r>
            <a:endParaRPr b="1" sz="2000">
              <a:solidFill>
                <a:schemeClr val="dk1"/>
              </a:solidFill>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